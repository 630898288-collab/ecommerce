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4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13"/>
  </p:sldIdLst>
  <p:sldSz cx="9144000" cy="51435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ns3:sldGuideLst>
        <ns3:guide id="1" orient="horz" pos="1620">
          <ns3:clr>
            <a:srgbClr val="747775"/>
          </ns3:clr>
        </ns3:guide>
        <ns3:guide id="2" pos="2880">
          <ns3:clr>
            <a:srgbClr val="747775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?>
<Relationships xmlns="http://schemas.openxmlformats.org/package/2006/relationships"><Relationship Id="rId1" Target="theme/theme1.xml" Type="http://schemas.openxmlformats.org/officeDocument/2006/relationships/theme" /><Relationship Id="rId13" Target="slides/slide5.xml" Type="http://schemas.openxmlformats.org/officeDocument/2006/relationships/slide" /><Relationship Id="rId19" Target="notesSlides/notesSlide5.xml" Type="http://schemas.openxmlformats.org/officeDocument/2006/relationships/notesSlide" /><Relationship Id="rId2" Target="viewProps.xml" Type="http://schemas.openxmlformats.org/officeDocument/2006/relationships/viewProps" /><Relationship Id="rId3" Target="presProps.xml" Type="http://schemas.openxmlformats.org/officeDocument/2006/relationships/presProps" /><Relationship Id="rId4" Target="slideMasters/slideMaster1.xml" Type="http://schemas.openxmlformats.org/officeDocument/2006/relationships/slideMaster" /><Relationship Id="rId6" Target="notesMasters/notesMaster1.xml" Type="http://schemas.openxmlformats.org/officeDocument/2006/relationships/notesMaster" /><Relationship Id="rId7" Target="theme/theme2.xml" Type="http://schemas.openxmlformats.org/officeDocument/2006/relationships/theme" /><Relationship Id="rId8" Target="slideMasters/slideMaster2.xml" Type="http://schemas.openxmlformats.org/officeDocument/2006/relationships/slideMaster" 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4.png" Type="http://schemas.openxmlformats.org/officeDocument/2006/relationships/image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5.png" Type="http://schemas.openxmlformats.org/officeDocument/2006/relationships/image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6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7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7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6.png" Type="http://schemas.openxmlformats.org/officeDocument/2006/relationships/image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2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2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3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3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3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4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4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9.png" Type="http://schemas.openxmlformats.org/officeDocument/2006/relationships/image"/></Relationships>
</file>

<file path=ppt/slideLayouts/_rels/slideLayout4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0.png" Type="http://schemas.openxmlformats.org/officeDocument/2006/relationships/image"/></Relationships>
</file>

<file path=ppt/slideLayouts/_rels/slideLayout4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1.png" Type="http://schemas.openxmlformats.org/officeDocument/2006/relationships/image"/></Relationships>
</file>

<file path=ppt/slideLayouts/_rels/slideLayout4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2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blue (vertical logo)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502921" y="4466513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6" type="body" sz="quarter" hasCustomPrompt="true"/>
          </p:nvPr>
        </p:nvSpPr>
        <p:spPr>
          <a:xfrm rot="0" flipH="false" flipV="false">
            <a:off x="502921" y="427729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7" type="body" sz="quarter" hasCustomPrompt="true"/>
          </p:nvPr>
        </p:nvSpPr>
        <p:spPr>
          <a:xfrm rot="0" flipH="false" flipV="false">
            <a:off x="502921" y="408808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xfrm rot="0" flipH="false" flipV="false">
            <a:off x="502920" y="2057400"/>
            <a:ext cx="603504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xfrm rot="0" flipH="false" flipV="false">
            <a:off x="502920" y="1764792"/>
            <a:ext cx="603504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027277" y="283122"/>
            <a:ext cx="841742" cy="4579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white (vertical logo)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502921" y="446606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502921" y="427685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02921" y="4087641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02920" y="2057400"/>
            <a:ext cx="603504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502920" y="1764792"/>
            <a:ext cx="60350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027277" y="283122"/>
            <a:ext cx="841742" cy="4579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light blue (vertical logo)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502921" y="446606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502921" y="427685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502921" y="4087641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02920" y="2057400"/>
            <a:ext cx="603504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19" type="body" sz="quarter" hasCustomPrompt="true"/>
          </p:nvPr>
        </p:nvSpPr>
        <p:spPr>
          <a:xfrm rot="0" flipH="false" flipV="false">
            <a:off x="502920" y="1764792"/>
            <a:ext cx="60350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027277" y="283122"/>
            <a:ext cx="841742" cy="4579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" type="body" sz="quarter" hasCustomPrompt="true"/>
          </p:nvPr>
        </p:nvSpPr>
        <p:spPr>
          <a:xfrm rot="0" flipH="false" flipV="false">
            <a:off x="502921" y="4466513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21" type="body" sz="quarter" hasCustomPrompt="true"/>
          </p:nvPr>
        </p:nvSpPr>
        <p:spPr>
          <a:xfrm rot="0" flipH="false" flipV="false">
            <a:off x="502921" y="427729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22" type="body" sz="quarter" hasCustomPrompt="true"/>
          </p:nvPr>
        </p:nvSpPr>
        <p:spPr>
          <a:xfrm rot="0" flipH="false" flipV="false">
            <a:off x="502921" y="408808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23" type="body" sz="quarter" hasCustomPrompt="true"/>
          </p:nvPr>
        </p:nvSpPr>
        <p:spPr>
          <a:xfrm rot="0" flipH="false" flipV="false">
            <a:off x="502920" y="2743214"/>
            <a:ext cx="603504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24" type="body" sz="quarter" hasCustomPrompt="true"/>
          </p:nvPr>
        </p:nvSpPr>
        <p:spPr>
          <a:xfrm rot="0" flipH="false" flipV="false">
            <a:off x="502920" y="2426750"/>
            <a:ext cx="60350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0643" y="494551"/>
            <a:ext cx="8162712" cy="149880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body" sz="quarter" hasCustomPrompt="true"/>
          </p:nvPr>
        </p:nvSpPr>
        <p:spPr>
          <a:xfrm rot="0" flipH="false" flipV="false">
            <a:off x="502921" y="446606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502921" y="427685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27" type="body" sz="quarter" hasCustomPrompt="true"/>
          </p:nvPr>
        </p:nvSpPr>
        <p:spPr>
          <a:xfrm rot="0" flipH="false" flipV="false">
            <a:off x="502921" y="4087641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28" type="body" sz="quarter" hasCustomPrompt="true"/>
          </p:nvPr>
        </p:nvSpPr>
        <p:spPr>
          <a:xfrm rot="0" flipH="false" flipV="false">
            <a:off x="502920" y="2743200"/>
            <a:ext cx="605028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29" type="body" sz="quarter" hasCustomPrompt="true"/>
          </p:nvPr>
        </p:nvSpPr>
        <p:spPr>
          <a:xfrm rot="0" flipH="false" flipV="false">
            <a:off x="502920" y="2423160"/>
            <a:ext cx="60350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0643" y="494551"/>
            <a:ext cx="8162712" cy="149880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: 1/3 logo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" type="pic" sz="quarter"/>
          </p:nvPr>
        </p:nvSpPr>
        <p:spPr>
          <a:xfrm rot="0" flipH="false" flipV="false">
            <a:off x="4059936" y="0"/>
            <a:ext cx="5084064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1" type="body" sz="quarter" hasCustomPrompt="true"/>
          </p:nvPr>
        </p:nvSpPr>
        <p:spPr>
          <a:xfrm rot="0" flipH="false" flipV="false">
            <a:off x="502920" y="4463240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4" id="4"/>
          <p:cNvSpPr/>
          <p:nvPr>
            <p:ph idx="32" type="body" sz="quarter" hasCustomPrompt="true"/>
          </p:nvPr>
        </p:nvSpPr>
        <p:spPr>
          <a:xfrm rot="0" flipH="false" flipV="false">
            <a:off x="502920" y="4275304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5" id="5"/>
          <p:cNvSpPr/>
          <p:nvPr>
            <p:ph idx="33" type="body" sz="quarter" hasCustomPrompt="true"/>
          </p:nvPr>
        </p:nvSpPr>
        <p:spPr>
          <a:xfrm rot="0" flipH="false" flipV="false">
            <a:off x="502920" y="4087368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6" id="6"/>
          <p:cNvSpPr/>
          <p:nvPr>
            <p:ph idx="34" type="body" sz="quarter" hasCustomPrompt="true"/>
          </p:nvPr>
        </p:nvSpPr>
        <p:spPr>
          <a:xfrm rot="0" flipH="false" flipV="false">
            <a:off x="502920" y="2057401"/>
            <a:ext cx="3108960" cy="132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7" id="7"/>
          <p:cNvSpPr/>
          <p:nvPr>
            <p:ph idx="35" type="body" sz="quarter" hasCustomPrompt="true"/>
          </p:nvPr>
        </p:nvSpPr>
        <p:spPr>
          <a:xfrm rot="0" flipH="false" flipV="false">
            <a:off x="502920" y="176479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8900" y="493777"/>
            <a:ext cx="3108960" cy="57085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: 1/3 logo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6" type="pic" sz="quarter"/>
          </p:nvPr>
        </p:nvSpPr>
        <p:spPr>
          <a:xfrm rot="0" flipH="false" flipV="false">
            <a:off x="4059936" y="0"/>
            <a:ext cx="5084064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7" type="body" sz="quarter" hasCustomPrompt="true"/>
          </p:nvPr>
        </p:nvSpPr>
        <p:spPr>
          <a:xfrm rot="0" flipH="false" flipV="false">
            <a:off x="502920" y="446227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4" id="4"/>
          <p:cNvSpPr/>
          <p:nvPr>
            <p:ph idx="38" type="body" sz="quarter" hasCustomPrompt="true"/>
          </p:nvPr>
        </p:nvSpPr>
        <p:spPr>
          <a:xfrm rot="0" flipH="false" flipV="false">
            <a:off x="502920" y="4274820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5" id="5"/>
          <p:cNvSpPr/>
          <p:nvPr>
            <p:ph idx="39" type="body" sz="quarter" hasCustomPrompt="true"/>
          </p:nvPr>
        </p:nvSpPr>
        <p:spPr>
          <a:xfrm rot="0" flipH="false" flipV="false">
            <a:off x="502920" y="4087368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6" id="6"/>
          <p:cNvSpPr/>
          <p:nvPr>
            <p:ph idx="40" type="body" sz="quarter" hasCustomPrompt="true"/>
          </p:nvPr>
        </p:nvSpPr>
        <p:spPr>
          <a:xfrm rot="0" flipH="false" flipV="false">
            <a:off x="502920" y="2057401"/>
            <a:ext cx="3108960" cy="132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7" id="7"/>
          <p:cNvSpPr/>
          <p:nvPr>
            <p:ph idx="41" type="body" sz="quarter" hasCustomPrompt="true"/>
          </p:nvPr>
        </p:nvSpPr>
        <p:spPr>
          <a:xfrm rot="0" flipH="false" flipV="false">
            <a:off x="502920" y="176479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8900" y="493777"/>
            <a:ext cx="3108960" cy="57085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: 1/3 logo light blue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pic" sz="quarter"/>
          </p:nvPr>
        </p:nvSpPr>
        <p:spPr>
          <a:xfrm rot="0" flipH="false" flipV="false">
            <a:off x="4059936" y="0"/>
            <a:ext cx="5084064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502920" y="446227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502920" y="4274820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502920" y="4087368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502920" y="2057401"/>
            <a:ext cx="3108960" cy="132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502920" y="176479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8900" y="493777"/>
            <a:ext cx="3108960" cy="57085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: 1/3 logo dark blue">
    <p:bg>
      <p:bgPr>
        <a:solidFill>
          <a:srgbClr val="00126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pic" sz="quarter"/>
          </p:nvPr>
        </p:nvSpPr>
        <p:spPr>
          <a:xfrm rot="0" flipH="false" flipV="false">
            <a:off x="4059936" y="0"/>
            <a:ext cx="5084064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9" type="body" sz="quarter" hasCustomPrompt="true"/>
          </p:nvPr>
        </p:nvSpPr>
        <p:spPr>
          <a:xfrm rot="0" flipH="false" flipV="false">
            <a:off x="502920" y="446227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502920" y="4274820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502920" y="4087368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502920" y="2057401"/>
            <a:ext cx="3108960" cy="132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7" id="7"/>
          <p:cNvSpPr/>
          <p:nvPr>
            <p:ph idx="53" type="body" sz="quarter" hasCustomPrompt="true"/>
          </p:nvPr>
        </p:nvSpPr>
        <p:spPr>
          <a:xfrm rot="0" flipH="false" flipV="false">
            <a:off x="502920" y="176479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8900" y="493777"/>
            <a:ext cx="3108960" cy="57085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and 1/2 imag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pic" sz="quarter"/>
          </p:nvPr>
        </p:nvSpPr>
        <p:spPr>
          <a:xfrm rot="0" flipH="false" flipV="false">
            <a:off x="457200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0" flipH="false" flipV="false">
            <a:off x="502919" y="4928616"/>
            <a:ext cx="36576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B998A98E-1260-4D7F-8E68-B5019C816564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502104" y="1839282"/>
            <a:ext cx="3657280" cy="28565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503238" y="974520"/>
            <a:ext cx="3657281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BDF0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BDF0FF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headline here </a:t>
            </a:r>
            <a:br>
              <a:rPr lang="en-US" b="false" i="false" strike="noStrike" u="none" sz="2400">
                <a:solidFill>
                  <a:srgbClr val="BDF0FF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BDF0FF"/>
                </a:solidFill>
                <a:latin typeface="Calibri Light"/>
                <a:ea typeface="Calibri Light"/>
                <a:cs typeface="Calibri Light"/>
                <a:sym typeface="Calibri Light"/>
              </a:rPr>
              <a:t>(ex: Agenda)</a:t>
            </a:r>
          </a:p>
        </p:txBody>
      </p:sp>
      <p:sp>
        <p:nvSpPr>
          <p:cNvPr name="AutoShape 7" id="7"/>
          <p:cNvSpPr/>
          <p:nvPr>
            <p:ph idx="59" type="body" sz="quarter" hasCustomPrompt="true"/>
          </p:nvPr>
        </p:nvSpPr>
        <p:spPr>
          <a:xfrm rot="0" flipH="false" flipV="false">
            <a:off x="502104" y="613446"/>
            <a:ext cx="2240280" cy="215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400" b="true" i="false" u="none" strike="noStrike" spc="0">
                <a:solidFill>
                  <a:srgbClr val="BDF0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8" id="8"/>
          <p:cNvSpPr/>
          <p:nvPr>
            <p:ph idx="60" type="body" sz="quarter" hasCustomPrompt="true"/>
          </p:nvPr>
        </p:nvSpPr>
        <p:spPr>
          <a:xfrm rot="0" flipH="false" flipV="false">
            <a:off x="502104" y="373904"/>
            <a:ext cx="2240280" cy="215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400" b="true" i="false" u="none" strike="noStrike" spc="0">
                <a:solidFill>
                  <a:srgbClr val="BDF0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Meeting/Event name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Divider - blue (with image)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61" type="body" sz="quarter" hasCustomPrompt="true"/>
          </p:nvPr>
        </p:nvSpPr>
        <p:spPr>
          <a:xfrm rot="0" flipH="false" flipV="false">
            <a:off x="5074920" y="4928616"/>
            <a:ext cx="914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62" type="body" sz="quarter" hasCustomPrompt="true"/>
          </p:nvPr>
        </p:nvSpPr>
        <p:spPr>
          <a:xfrm rot="0" flipH="false" flipV="false">
            <a:off x="5074920" y="2212851"/>
            <a:ext cx="3179496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3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Philips blue divider, </a:t>
            </a:r>
            <a:b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half photo</a:t>
            </a:r>
          </a:p>
        </p:txBody>
      </p:sp>
      <p:sp>
        <p:nvSpPr>
          <p:cNvPr name="AutoShape 5" id="5"/>
          <p:cNvSpPr/>
          <p:nvPr>
            <p:ph idx="63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9AEA26DD-5BEB-4A4F-9365-D29D44424D54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6" id="6"/>
          <p:cNvSpPr/>
          <p:nvPr>
            <p:ph idx="64" type="pic" sz="quarter"/>
          </p:nvPr>
        </p:nvSpPr>
        <p:spPr>
          <a:xfrm rot="0" flipH="false" flipV="false">
            <a:off x="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white (with image)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5" type="body" sz="quarter" hasCustomPrompt="true"/>
          </p:nvPr>
        </p:nvSpPr>
        <p:spPr>
          <a:xfrm rot="0" flipH="false" flipV="false">
            <a:off x="5074920" y="4928616"/>
            <a:ext cx="914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66" type="body" sz="quarter" hasCustomPrompt="true"/>
          </p:nvPr>
        </p:nvSpPr>
        <p:spPr>
          <a:xfrm rot="0" flipH="false" flipV="false">
            <a:off x="5074920" y="2212851"/>
            <a:ext cx="3179496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3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White divider, </a:t>
            </a:r>
            <a:b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half photo</a:t>
            </a:r>
          </a:p>
        </p:txBody>
      </p:sp>
      <p:sp>
        <p:nvSpPr>
          <p:cNvPr name="AutoShape 4" id="4"/>
          <p:cNvSpPr/>
          <p:nvPr>
            <p:ph idx="67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804A5262-121C-44C3-8EAD-C5A962D5E41B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68" type="pic" sz="quarter"/>
          </p:nvPr>
        </p:nvSpPr>
        <p:spPr>
          <a:xfrm rot="0" flipH="false" flipV="false">
            <a:off x="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ght blue (with image)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9" type="body" sz="quarter" hasCustomPrompt="true"/>
          </p:nvPr>
        </p:nvSpPr>
        <p:spPr>
          <a:xfrm rot="0" flipH="false" flipV="false">
            <a:off x="5074920" y="4928616"/>
            <a:ext cx="914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70" type="body" sz="quarter" hasCustomPrompt="true"/>
          </p:nvPr>
        </p:nvSpPr>
        <p:spPr>
          <a:xfrm rot="0" flipH="false" flipV="false">
            <a:off x="5074920" y="2212851"/>
            <a:ext cx="3179496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126E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300"/>
              </a:spcAft>
            </a:pPr>
            <a:r>
              <a:rPr lang="en-US" b="false" i="false" strike="noStrike" u="none" sz="24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  <a:t>Light blue divider, </a:t>
            </a:r>
            <a:br>
              <a:rPr lang="en-US" b="false" i="false" strike="noStrike" u="none" sz="24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  <a:t>half photo</a:t>
            </a:r>
          </a:p>
        </p:txBody>
      </p:sp>
      <p:sp>
        <p:nvSpPr>
          <p:cNvPr name="AutoShape 4" id="4"/>
          <p:cNvSpPr/>
          <p:nvPr>
            <p:ph idx="71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D93DF3F5-2780-4C5C-BA13-0806448C89C4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72" type="pic" sz="quarter"/>
          </p:nvPr>
        </p:nvSpPr>
        <p:spPr>
          <a:xfrm rot="0" flipH="false" flipV="false">
            <a:off x="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Divider - dark blue (with image)">
    <p:bg>
      <p:bgPr>
        <a:solidFill>
          <a:srgbClr val="00126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73" type="body" sz="quarter" hasCustomPrompt="true"/>
          </p:nvPr>
        </p:nvSpPr>
        <p:spPr>
          <a:xfrm rot="0" flipH="false" flipV="false">
            <a:off x="5074920" y="4928616"/>
            <a:ext cx="914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74" type="body" sz="quarter" hasCustomPrompt="true"/>
          </p:nvPr>
        </p:nvSpPr>
        <p:spPr>
          <a:xfrm rot="0" flipH="false" flipV="false">
            <a:off x="5073431" y="2212183"/>
            <a:ext cx="3179496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3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Dark blue divider, </a:t>
            </a:r>
            <a:b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half photo</a:t>
            </a:r>
          </a:p>
        </p:txBody>
      </p:sp>
      <p:sp>
        <p:nvSpPr>
          <p:cNvPr name="AutoShape 5" id="5"/>
          <p:cNvSpPr/>
          <p:nvPr>
            <p:ph idx="75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27B84EE0-3751-43B9-B619-BB967F743438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6" id="6"/>
          <p:cNvSpPr/>
          <p:nvPr>
            <p:ph idx="76" type="pic" sz="quarter"/>
          </p:nvPr>
        </p:nvSpPr>
        <p:spPr>
          <a:xfrm rot="0" flipH="false" flipV="false">
            <a:off x="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Divider -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77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78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B8D3969F-6B5A-4CAE-80B8-C1A913BB81E5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79" type="body" sz="quarter" hasCustomPrompt="true"/>
          </p:nvPr>
        </p:nvSpPr>
        <p:spPr>
          <a:xfrm rot="0" flipH="false" flipV="false">
            <a:off x="502918" y="1648421"/>
            <a:ext cx="8138161" cy="18466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3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Philips blue divider</a:t>
            </a:r>
          </a:p>
        </p:txBody>
      </p:sp>
      <p:sp>
        <p:nvSpPr>
          <p:cNvPr name="AutoShape 6" id="6"/>
          <p:cNvSpPr/>
          <p:nvPr>
            <p:ph idx="80" type="body" sz="quarter" hasCustomPrompt="true"/>
          </p:nvPr>
        </p:nvSpPr>
        <p:spPr>
          <a:xfrm rot="0" flipH="false" flipV="false">
            <a:off x="502920" y="376239"/>
            <a:ext cx="40690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BDF0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82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B72AAC2D-1C2F-4247-AEE4-39B426785143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83" type="body" sz="quarter" hasCustomPrompt="true"/>
          </p:nvPr>
        </p:nvSpPr>
        <p:spPr>
          <a:xfrm rot="0" flipH="false" flipV="false">
            <a:off x="502919" y="1648421"/>
            <a:ext cx="8138160" cy="18466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00126E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36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  <a:t>White divider</a:t>
            </a:r>
          </a:p>
        </p:txBody>
      </p:sp>
      <p:sp>
        <p:nvSpPr>
          <p:cNvPr name="AutoShape 5" id="5"/>
          <p:cNvSpPr/>
          <p:nvPr>
            <p:ph idx="84" type="body" sz="quarter" hasCustomPrompt="true"/>
          </p:nvPr>
        </p:nvSpPr>
        <p:spPr>
          <a:xfrm rot="0" flipH="false" flipV="false">
            <a:off x="502920" y="376239"/>
            <a:ext cx="40690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ght blue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86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730220D7-F941-4939-963B-8C4550776DD4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87" type="body" sz="quarter" hasCustomPrompt="true"/>
          </p:nvPr>
        </p:nvSpPr>
        <p:spPr>
          <a:xfrm rot="0" flipH="false" flipV="false">
            <a:off x="502919" y="1648421"/>
            <a:ext cx="8138160" cy="18466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00126E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36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  <a:t>Light blue divider</a:t>
            </a:r>
          </a:p>
        </p:txBody>
      </p:sp>
      <p:sp>
        <p:nvSpPr>
          <p:cNvPr name="AutoShape 5" id="5"/>
          <p:cNvSpPr/>
          <p:nvPr>
            <p:ph idx="88" type="body" sz="quarter" hasCustomPrompt="true"/>
          </p:nvPr>
        </p:nvSpPr>
        <p:spPr>
          <a:xfrm rot="0" flipH="false" flipV="false">
            <a:off x="502920" y="376239"/>
            <a:ext cx="40690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Divider - dark blue">
    <p:bg>
      <p:bgPr>
        <a:solidFill>
          <a:srgbClr val="00126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89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90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510AA520-4457-46F2-837A-91203AA2FC8B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91" type="body" sz="quarter" hasCustomPrompt="true"/>
          </p:nvPr>
        </p:nvSpPr>
        <p:spPr>
          <a:xfrm rot="0" flipH="false" flipV="false">
            <a:off x="502919" y="1648421"/>
            <a:ext cx="8138160" cy="18466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3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Dark blue divider</a:t>
            </a:r>
          </a:p>
        </p:txBody>
      </p:sp>
      <p:sp>
        <p:nvSpPr>
          <p:cNvPr name="AutoShape 6" id="6"/>
          <p:cNvSpPr/>
          <p:nvPr>
            <p:ph idx="92" type="body" sz="quarter" hasCustomPrompt="true"/>
          </p:nvPr>
        </p:nvSpPr>
        <p:spPr>
          <a:xfrm rot="0" flipH="false" flipV="false">
            <a:off x="502920" y="376239"/>
            <a:ext cx="40690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BDF0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only -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93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94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60A54C17-697C-482D-B8CB-A6EF444922AE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95" type="body" sz="quarter" hasCustomPrompt="true"/>
          </p:nvPr>
        </p:nvSpPr>
        <p:spPr>
          <a:xfrm rot="0" flipH="false" flipV="false">
            <a:off x="503238" y="374904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6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97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5101C1CE-9A98-4436-B132-1CD3A97E2658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98" type="body" sz="quarter" hasCustomPrompt="true"/>
          </p:nvPr>
        </p:nvSpPr>
        <p:spPr>
          <a:xfrm rot="0" flipH="false" flipV="false">
            <a:off x="502920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 - light blue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9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00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5E788138-F667-4C63-9392-3A2C71121C60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101" type="body" sz="quarter" hasCustomPrompt="true"/>
          </p:nvPr>
        </p:nvSpPr>
        <p:spPr>
          <a:xfrm rot="0" flipH="false" flipV="false">
            <a:off x="503238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only - dark blue">
    <p:bg>
      <p:bgPr>
        <a:solidFill>
          <a:srgbClr val="00126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102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103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380E44DE-096F-40A0-AE82-B9ED9F2C5AF0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104" type="body" sz="quarter" hasCustomPrompt="true"/>
          </p:nvPr>
        </p:nvSpPr>
        <p:spPr>
          <a:xfrm rot="0" flipH="false" flipV="false">
            <a:off x="503238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5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06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3D9FE435-6B12-495C-99DA-B30C23221790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107" type="body" sz="quarter" hasCustomPrompt="true"/>
          </p:nvPr>
        </p:nvSpPr>
        <p:spPr>
          <a:xfrm rot="0" flipH="false" flipV="false">
            <a:off x="500062" y="1211263"/>
            <a:ext cx="8138160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108" type="body" sz="quarter" hasCustomPrompt="true"/>
          </p:nvPr>
        </p:nvSpPr>
        <p:spPr>
          <a:xfrm rot="0" flipH="false" flipV="false">
            <a:off x="504053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9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10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C1203239-446C-4172-B1C8-30940E27205D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111" type="body" sz="quarter" hasCustomPrompt="true"/>
          </p:nvPr>
        </p:nvSpPr>
        <p:spPr>
          <a:xfrm rot="0" flipH="false" flipV="false">
            <a:off x="4820333" y="1211263"/>
            <a:ext cx="3823606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112" type="body" sz="quarter" hasCustomPrompt="true"/>
          </p:nvPr>
        </p:nvSpPr>
        <p:spPr>
          <a:xfrm rot="0" flipH="false" flipV="false">
            <a:off x="500063" y="1211263"/>
            <a:ext cx="3823606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6" id="6"/>
          <p:cNvSpPr/>
          <p:nvPr>
            <p:ph idx="113" type="body" sz="quarter" hasCustomPrompt="true"/>
          </p:nvPr>
        </p:nvSpPr>
        <p:spPr>
          <a:xfrm rot="0" flipH="false" flipV="false">
            <a:off x="504053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4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15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D2363F6A-2160-46C8-BD98-44DFA4487165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116" type="body" sz="quarter" hasCustomPrompt="true"/>
          </p:nvPr>
        </p:nvSpPr>
        <p:spPr>
          <a:xfrm rot="0" flipH="false" flipV="false">
            <a:off x="6262611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117" type="body" sz="quarter" hasCustomPrompt="true"/>
          </p:nvPr>
        </p:nvSpPr>
        <p:spPr>
          <a:xfrm rot="0" flipH="false" flipV="false">
            <a:off x="3377488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6" id="6"/>
          <p:cNvSpPr/>
          <p:nvPr>
            <p:ph idx="118" type="body" sz="quarter" hasCustomPrompt="true"/>
          </p:nvPr>
        </p:nvSpPr>
        <p:spPr>
          <a:xfrm rot="0" flipH="false" flipV="false">
            <a:off x="500063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7" id="7"/>
          <p:cNvSpPr/>
          <p:nvPr>
            <p:ph idx="119" type="body" sz="quarter" hasCustomPrompt="true"/>
          </p:nvPr>
        </p:nvSpPr>
        <p:spPr>
          <a:xfrm rot="0" flipH="false" flipV="false">
            <a:off x="504053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0" type="pic" sz="quarter"/>
          </p:nvPr>
        </p:nvSpPr>
        <p:spPr>
          <a:xfrm rot="0" flipH="false" flipV="false">
            <a:off x="3253180" y="0"/>
            <a:ext cx="5888736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21" type="body" sz="quarter" hasCustomPrompt="true"/>
          </p:nvPr>
        </p:nvSpPr>
        <p:spPr>
          <a:xfrm rot="0" flipH="false" flipV="false">
            <a:off x="502919" y="4928616"/>
            <a:ext cx="237744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122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02832DA6-0434-4028-8D9F-6CEC93A96B50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123" type="body" sz="quarter" hasCustomPrompt="true"/>
          </p:nvPr>
        </p:nvSpPr>
        <p:spPr>
          <a:xfrm rot="0" flipH="false" flipV="false">
            <a:off x="500063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6" id="6"/>
          <p:cNvSpPr/>
          <p:nvPr>
            <p:ph idx="124" type="body" sz="quarter" hasCustomPrompt="true"/>
          </p:nvPr>
        </p:nvSpPr>
        <p:spPr>
          <a:xfrm rot="0" flipH="false" flipV="false">
            <a:off x="502920" y="376242"/>
            <a:ext cx="2377440" cy="7223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5" type="body" sz="quarter" hasCustomPrompt="true"/>
          </p:nvPr>
        </p:nvSpPr>
        <p:spPr>
          <a:xfrm rot="0" flipH="false" flipV="false">
            <a:off x="6262611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3" id="3"/>
          <p:cNvSpPr/>
          <p:nvPr>
            <p:ph idx="126" type="body" sz="quarter" hasCustomPrompt="true"/>
          </p:nvPr>
        </p:nvSpPr>
        <p:spPr>
          <a:xfrm rot="0" flipH="false" flipV="false">
            <a:off x="6260149" y="376242"/>
            <a:ext cx="2377440" cy="7223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  <p:sp>
        <p:nvSpPr>
          <p:cNvPr name="AutoShape 4" id="4"/>
          <p:cNvSpPr/>
          <p:nvPr>
            <p:ph idx="127" type="body" sz="quarter" hasCustomPrompt="true"/>
          </p:nvPr>
        </p:nvSpPr>
        <p:spPr>
          <a:xfrm rot="0" flipH="false" flipV="false">
            <a:off x="502919" y="4928616"/>
            <a:ext cx="237744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5" id="5"/>
          <p:cNvSpPr/>
          <p:nvPr>
            <p:ph idx="128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F45D1F8D-5B2A-4B5C-BA0F-0FFF4EB1C13D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6" id="6"/>
          <p:cNvSpPr/>
          <p:nvPr>
            <p:ph idx="129" type="pic" sz="quarter"/>
          </p:nvPr>
        </p:nvSpPr>
        <p:spPr>
          <a:xfrm rot="0" flipH="false" flipV="false">
            <a:off x="0" y="0"/>
            <a:ext cx="589082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0" type="pic" sz="quarter"/>
          </p:nvPr>
        </p:nvSpPr>
        <p:spPr>
          <a:xfrm rot="0" flipH="false" flipV="false">
            <a:off x="0" y="0"/>
            <a:ext cx="9144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31" type="body" sz="quarter" hasCustomPrompt="true"/>
          </p:nvPr>
        </p:nvSpPr>
        <p:spPr>
          <a:xfrm rot="0" flipH="false" flipV="false">
            <a:off x="502919" y="4928616"/>
            <a:ext cx="237744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132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D9D9D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9B40758A-320F-4EBB-B40B-30D4BA0D7FDB}">
              <a:rPr b="false" i="false" strike="noStrike" u="none" sz="6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3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34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EA02B876-48C9-486A-A23F-C687B0372350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hank you -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5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36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CC902E00-866D-49E4-9FE0-D4AB00D79EE9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995684" y="395420"/>
            <a:ext cx="1152627" cy="21001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028322" y="1833086"/>
            <a:ext cx="5087355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9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Thank you</a:t>
            </a:r>
            <a:endParaRPr lang="en-US" sz="110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End slide - blue"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hank you -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7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38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E18B675D-A026-44CA-9558-A5339C1C9AED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995684" y="395420"/>
            <a:ext cx="1152627" cy="21001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028323" y="1833086"/>
            <a:ext cx="5087355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96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Thank you</a:t>
            </a:r>
            <a:endParaRPr lang="en-US" sz="110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End slide - white"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23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9.xml" Type="http://schemas.openxmlformats.org/officeDocument/2006/relationships/slideLayout"/><Relationship Id="rId11" Target="../slideLayouts/slideLayout20.xml" Type="http://schemas.openxmlformats.org/officeDocument/2006/relationships/slideLayout"/><Relationship Id="rId12" Target="../slideLayouts/slideLayout21.xml" Type="http://schemas.openxmlformats.org/officeDocument/2006/relationships/slideLayout"/><Relationship Id="rId13" Target="../slideLayouts/slideLayout22.xml" Type="http://schemas.openxmlformats.org/officeDocument/2006/relationships/slideLayout"/><Relationship Id="rId14" Target="../slideLayouts/slideLayout23.xml" Type="http://schemas.openxmlformats.org/officeDocument/2006/relationships/slideLayout"/><Relationship Id="rId15" Target="../slideLayouts/slideLayout24.xml" Type="http://schemas.openxmlformats.org/officeDocument/2006/relationships/slideLayout"/><Relationship Id="rId16" Target="../slideLayouts/slideLayout25.xml" Type="http://schemas.openxmlformats.org/officeDocument/2006/relationships/slideLayout"/><Relationship Id="rId17" Target="../slideLayouts/slideLayout26.xml" Type="http://schemas.openxmlformats.org/officeDocument/2006/relationships/slideLayout"/><Relationship Id="rId18" Target="../slideLayouts/slideLayout27.xml" Type="http://schemas.openxmlformats.org/officeDocument/2006/relationships/slideLayout"/><Relationship Id="rId19" Target="../slideLayouts/slideLayout28.xml" Type="http://schemas.openxmlformats.org/officeDocument/2006/relationships/slideLayout"/><Relationship Id="rId2" Target="../media/image1.png" Type="http://schemas.openxmlformats.org/officeDocument/2006/relationships/image"/><Relationship Id="rId20" Target="../slideLayouts/slideLayout29.xml" Type="http://schemas.openxmlformats.org/officeDocument/2006/relationships/slideLayout"/><Relationship Id="rId21" Target="../slideLayouts/slideLayout30.xml" Type="http://schemas.openxmlformats.org/officeDocument/2006/relationships/slideLayout"/><Relationship Id="rId22" Target="../slideLayouts/slideLayout31.xml" Type="http://schemas.openxmlformats.org/officeDocument/2006/relationships/slideLayout"/><Relationship Id="rId23" Target="../slideLayouts/slideLayout32.xml" Type="http://schemas.openxmlformats.org/officeDocument/2006/relationships/slideLayout"/><Relationship Id="rId24" Target="../slideLayouts/slideLayout33.xml" Type="http://schemas.openxmlformats.org/officeDocument/2006/relationships/slideLayout"/><Relationship Id="rId25" Target="../slideLayouts/slideLayout34.xml" Type="http://schemas.openxmlformats.org/officeDocument/2006/relationships/slideLayout"/><Relationship Id="rId26" Target="../slideLayouts/slideLayout35.xml" Type="http://schemas.openxmlformats.org/officeDocument/2006/relationships/slideLayout"/><Relationship Id="rId27" Target="../slideLayouts/slideLayout36.xml" Type="http://schemas.openxmlformats.org/officeDocument/2006/relationships/slideLayout"/><Relationship Id="rId28" Target="../slideLayouts/slideLayout37.xml" Type="http://schemas.openxmlformats.org/officeDocument/2006/relationships/slideLayout"/><Relationship Id="rId29" Target="../slideLayouts/slideLayout38.xml" Type="http://schemas.openxmlformats.org/officeDocument/2006/relationships/slideLayout"/><Relationship Id="rId3" Target="../slideLayouts/slideLayout12.xml" Type="http://schemas.openxmlformats.org/officeDocument/2006/relationships/slideLayout"/><Relationship Id="rId30" Target="../slideLayouts/slideLayout39.xml" Type="http://schemas.openxmlformats.org/officeDocument/2006/relationships/slideLayout"/><Relationship Id="rId31" Target="../slideLayouts/slideLayout40.xml" Type="http://schemas.openxmlformats.org/officeDocument/2006/relationships/slideLayout"/><Relationship Id="rId32" Target="../slideLayouts/slideLayout41.xml" Type="http://schemas.openxmlformats.org/officeDocument/2006/relationships/slideLayout"/><Relationship Id="rId33" Target="../slideLayouts/slideLayout42.xml" Type="http://schemas.openxmlformats.org/officeDocument/2006/relationships/slideLayout"/><Relationship Id="rId34" Target="../slideLayouts/slideLayout43.xml" Type="http://schemas.openxmlformats.org/officeDocument/2006/relationships/slideLayout"/><Relationship Id="rId35" Target="../slideLayouts/slideLayout44.xml" Type="http://schemas.openxmlformats.org/officeDocument/2006/relationships/slideLayout"/><Relationship Id="rId36" Target="../media/image23.png" Type="http://schemas.openxmlformats.org/officeDocument/2006/relationships/image"/><Relationship Id="rId4" Target="../slideLayouts/slideLayout13.xml" Type="http://schemas.openxmlformats.org/officeDocument/2006/relationships/slideLayout"/><Relationship Id="rId5" Target="../slideLayouts/slideLayout14.xml" Type="http://schemas.openxmlformats.org/officeDocument/2006/relationships/slideLayout"/><Relationship Id="rId6" Target="../slideLayouts/slideLayout15.xml" Type="http://schemas.openxmlformats.org/officeDocument/2006/relationships/slideLayout"/><Relationship Id="rId7" Target="../slideLayouts/slideLayout16.xml" Type="http://schemas.openxmlformats.org/officeDocument/2006/relationships/slideLayout"/><Relationship Id="rId8" Target="../slideLayouts/slideLayout17.xml" Type="http://schemas.openxmlformats.org/officeDocument/2006/relationships/slideLayout"/><Relationship Id="rId9" Target="../slideLayouts/slideLayout1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750" y="3771900"/>
            <a:ext cx="1714500" cy="10287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ide Master Only: November 2024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A6A6A6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2" id="2"/>
          <p:cNvSpPr/>
          <p:nvPr>
            <p:ph idx="1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2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917E7421-8E1D-46E6-B79A-4CC806532B05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3" type="body" sz="quarter" hasCustomPrompt="true"/>
          </p:nvPr>
        </p:nvSpPr>
        <p:spPr>
          <a:xfrm rot="0" flipH="false" flipV="false">
            <a:off x="504824" y="1211263"/>
            <a:ext cx="8132765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646" indent="-177800"/>
            <a:lvl9pPr marL="1506220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  <a:p>
            <a:pPr algn="l" lvl="5" indent="-147574" marL="885571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Sixth level</a:t>
            </a:r>
          </a:p>
          <a:p>
            <a:pPr algn="l" lvl="6" indent="-147574" marL="1033145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Seventh level</a:t>
            </a:r>
          </a:p>
          <a:p>
            <a:pPr algn="l" lvl="7" indent="-147574" marL="1180846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Eighth level</a:t>
            </a:r>
          </a:p>
          <a:p>
            <a:pPr algn="l" lvl="8" indent="-147574" marL="1328420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Ninth level</a:t>
            </a:r>
          </a:p>
        </p:txBody>
      </p:sp>
      <p:sp>
        <p:nvSpPr>
          <p:cNvPr name="AutoShape 6" id="6"/>
          <p:cNvSpPr/>
          <p:nvPr>
            <p:ph idx="4" type="body" sz="quarter" hasCustomPrompt="true"/>
          </p:nvPr>
        </p:nvSpPr>
        <p:spPr>
          <a:xfrm rot="0" flipH="false" flipV="false">
            <a:off x="503239" y="376241"/>
            <a:ext cx="8132765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6762750" y="3771900"/>
            <a:ext cx="1714500" cy="10287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3"/>
    <p:sldLayoutId id="2157483700" r:id="rId4"/>
    <p:sldLayoutId id="2157483701" r:id="rId5"/>
    <p:sldLayoutId id="2157483702" r:id="rId6"/>
    <p:sldLayoutId id="2157483703" r:id="rId7"/>
    <p:sldLayoutId id="2157483704" r:id="rId8"/>
    <p:sldLayoutId id="2157483705" r:id="rId9"/>
    <p:sldLayoutId id="2157483706" r:id="rId10"/>
    <p:sldLayoutId id="2157483707" r:id="rId11"/>
    <p:sldLayoutId id="2157483708" r:id="rId12"/>
    <p:sldLayoutId id="2157483709" r:id="rId13"/>
    <p:sldLayoutId id="2157483710" r:id="rId14"/>
    <p:sldLayoutId id="2157483711" r:id="rId15"/>
    <p:sldLayoutId id="2157483712" r:id="rId16"/>
    <p:sldLayoutId id="2157483713" r:id="rId17"/>
    <p:sldLayoutId id="2157483714" r:id="rId18"/>
    <p:sldLayoutId id="2157483715" r:id="rId19"/>
    <p:sldLayoutId id="2157483716" r:id="rId20"/>
    <p:sldLayoutId id="2157483717" r:id="rId21"/>
    <p:sldLayoutId id="2157483718" r:id="rId22"/>
    <p:sldLayoutId id="2157483719" r:id="rId23"/>
    <p:sldLayoutId id="2157483720" r:id="rId24"/>
    <p:sldLayoutId id="2157483721" r:id="rId25"/>
    <p:sldLayoutId id="2157483722" r:id="rId26"/>
    <p:sldLayoutId id="2157483723" r:id="rId27"/>
    <p:sldLayoutId id="2157483724" r:id="rId28"/>
    <p:sldLayoutId id="2157483725" r:id="rId29"/>
    <p:sldLayoutId id="2157483726" r:id="rId30"/>
    <p:sldLayoutId id="2157483727" r:id="rId31"/>
    <p:sldLayoutId id="2157483728" r:id="rId32"/>
    <p:sldLayoutId id="2157483729" r:id="rId33"/>
    <p:sldLayoutId id="2157483730" r:id="rId34"/>
    <p:sldLayoutId id="2157483731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"1.0" encoding="UTF-8" standalone="yes"?><Relationships xmlns="http://schemas.openxmlformats.org/package/2006/relationships"><Relationship Id="rId1" Target="../slideLayouts/slideLayout34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5" type="body" sz="quarter"/>
          </p:nvPr>
        </p:nvSpPr>
        <p:spPr>
          <a:prstGeom prst="rect">
            <a:avLst/>
          </a:prstGeom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0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5CF24D12-A7E6-46CD-A6AD-806E8900137E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</a:p>
        </p:txBody>
      </p:sp>
      <p:sp>
        <p:nvSpPr>
          <p:cNvPr name="AutoShape 4" id="4"/>
          <p:cNvSpPr/>
          <p:nvPr>
            <p:ph idx="10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781304" indent="-177800"/>
            <a:lvl3pPr marL="1238504" indent="-177800"/>
            <a:lvl4pPr marL="1695704" indent="-177800"/>
            <a:lvl5pPr marL="2152904" indent="-177800"/>
            <a:lvl6pPr marL="2610104" indent="-177800"/>
            <a:lvl7pPr marL="3067304" indent="-177800"/>
            <a:lvl8pPr marL="3524504" indent="-177800"/>
            <a:lvl9pPr marL="3981704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Replace this text or delete the starter slide when building the presentation.</a:t>
            </a:r>
          </a:p>
        </p:txBody>
      </p:sp>
      <p:sp>
        <p:nvSpPr>
          <p:cNvPr name="AutoShape 5" id="5"/>
          <p:cNvSpPr/>
          <p:nvPr>
            <p:ph idx="108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Starter slide</a:t>
            </a:r>
          </a:p>
        </p:txBody>
      </p:sp>
    </p:spTree>
  </p:cSld>
  <p:clrMapOvr>
    <a:masterClrMapping/>
  </p:clrMapOvr>
  <p:transition ns2:dur="400">
    <p:fade thruBlk="false"/>
  </p:transition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 Master Only: November 2024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