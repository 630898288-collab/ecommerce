
<file path=[Content_Types].xml><?xml version="1.0" encoding="utf-8"?>
<Types xmlns="http://schemas.openxmlformats.org/package/2006/content-types"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44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9144000" cy="51435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notesSlides/notesSlide1.xml" Type="http://schemas.openxmlformats.org/officeDocument/2006/relationships/notesSlide"/><Relationship Id="rId16" Target="notesSlides/notesSlide2.xml" Type="http://schemas.openxmlformats.org/officeDocument/2006/relationships/notesSlide"/><Relationship Id="rId17" Target="notesSlides/notesSlide3.xml" Type="http://schemas.openxmlformats.org/officeDocument/2006/relationships/notesSlide"/><Relationship Id="rId18" Target="notesSlides/notesSlide4.xml" Type="http://schemas.openxmlformats.org/officeDocument/2006/relationships/notesSlide"/><Relationship Id="rId19" Target="notesSlides/notesSlide5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4.png" Type="http://schemas.openxmlformats.org/officeDocument/2006/relationships/image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5.png" Type="http://schemas.openxmlformats.org/officeDocument/2006/relationships/image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6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7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7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6.png" Type="http://schemas.openxmlformats.org/officeDocument/2006/relationships/image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8.png" Type="http://schemas.openxmlformats.org/officeDocument/2006/relationships/image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8.png" Type="http://schemas.openxmlformats.org/officeDocument/2006/relationships/image"/></Relationships>
</file>

<file path=ppt/slideLayouts/_rels/slideLayout2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8.png" Type="http://schemas.openxmlformats.org/officeDocument/2006/relationships/image"/></Relationships>
</file>

<file path=ppt/slideLayouts/_rels/slideLayout2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8.png" Type="http://schemas.openxmlformats.org/officeDocument/2006/relationships/image"/></Relationships>
</file>

<file path=ppt/slideLayouts/_rels/slideLayout3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8.png" Type="http://schemas.openxmlformats.org/officeDocument/2006/relationships/image"/></Relationships>
</file>

<file path=ppt/slideLayouts/_rels/slideLayout3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8.png" Type="http://schemas.openxmlformats.org/officeDocument/2006/relationships/image"/></Relationships>
</file>

<file path=ppt/slideLayouts/_rels/slideLayout3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3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4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4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9.png" Type="http://schemas.openxmlformats.org/officeDocument/2006/relationships/image"/></Relationships>
</file>

<file path=ppt/slideLayouts/_rels/slideLayout4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0.png" Type="http://schemas.openxmlformats.org/officeDocument/2006/relationships/image"/></Relationships>
</file>

<file path=ppt/slideLayouts/_rels/slideLayout4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1.png" Type="http://schemas.openxmlformats.org/officeDocument/2006/relationships/image"/></Relationships>
</file>

<file path=ppt/slideLayouts/_rels/slideLayout4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2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 - blue (vertical logo)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502921" y="4466513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3" id="3"/>
          <p:cNvSpPr/>
          <p:nvPr>
            <p:ph idx="6" type="body" sz="quarter" hasCustomPrompt="true"/>
          </p:nvPr>
        </p:nvSpPr>
        <p:spPr>
          <a:xfrm rot="0" flipH="false" flipV="false">
            <a:off x="502921" y="4277299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4" id="4"/>
          <p:cNvSpPr/>
          <p:nvPr>
            <p:ph idx="7" type="body" sz="quarter" hasCustomPrompt="true"/>
          </p:nvPr>
        </p:nvSpPr>
        <p:spPr>
          <a:xfrm rot="0" flipH="false" flipV="false">
            <a:off x="502921" y="4088085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5" id="5"/>
          <p:cNvSpPr/>
          <p:nvPr>
            <p:ph idx="8" type="body" sz="quarter" hasCustomPrompt="true"/>
          </p:nvPr>
        </p:nvSpPr>
        <p:spPr>
          <a:xfrm rot="0" flipH="false" flipV="false">
            <a:off x="502920" y="2057400"/>
            <a:ext cx="6035040" cy="12070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6" id="6"/>
          <p:cNvSpPr/>
          <p:nvPr>
            <p:ph idx="9" type="body" sz="quarter" hasCustomPrompt="true"/>
          </p:nvPr>
        </p:nvSpPr>
        <p:spPr>
          <a:xfrm rot="0" flipH="false" flipV="false">
            <a:off x="502920" y="1764792"/>
            <a:ext cx="603504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027277" y="283122"/>
            <a:ext cx="841742" cy="45792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 - white (vertical logo)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502921" y="4466069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502921" y="4276855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02921" y="4087641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02920" y="2057400"/>
            <a:ext cx="6035040" cy="12070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502920" y="1764792"/>
            <a:ext cx="603504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027277" y="283122"/>
            <a:ext cx="841742" cy="45792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 - light blue (vertical logo)">
    <p:bg>
      <p:bgPr>
        <a:solidFill>
          <a:srgbClr val="BDF0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502921" y="4466069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502921" y="4276855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502921" y="4087641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02920" y="2057400"/>
            <a:ext cx="6035040" cy="12070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6" id="6"/>
          <p:cNvSpPr/>
          <p:nvPr>
            <p:ph idx="19" type="body" sz="quarter" hasCustomPrompt="true"/>
          </p:nvPr>
        </p:nvSpPr>
        <p:spPr>
          <a:xfrm rot="0" flipH="false" flipV="false">
            <a:off x="502920" y="1764792"/>
            <a:ext cx="603504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027277" y="283122"/>
            <a:ext cx="841742" cy="45792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 - blue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0" type="body" sz="quarter" hasCustomPrompt="true"/>
          </p:nvPr>
        </p:nvSpPr>
        <p:spPr>
          <a:xfrm rot="0" flipH="false" flipV="false">
            <a:off x="502921" y="4466513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3" id="3"/>
          <p:cNvSpPr/>
          <p:nvPr>
            <p:ph idx="21" type="body" sz="quarter" hasCustomPrompt="true"/>
          </p:nvPr>
        </p:nvSpPr>
        <p:spPr>
          <a:xfrm rot="0" flipH="false" flipV="false">
            <a:off x="502921" y="4277299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4" id="4"/>
          <p:cNvSpPr/>
          <p:nvPr>
            <p:ph idx="22" type="body" sz="quarter" hasCustomPrompt="true"/>
          </p:nvPr>
        </p:nvSpPr>
        <p:spPr>
          <a:xfrm rot="0" flipH="false" flipV="false">
            <a:off x="502921" y="4088085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5" id="5"/>
          <p:cNvSpPr/>
          <p:nvPr>
            <p:ph idx="23" type="body" sz="quarter" hasCustomPrompt="true"/>
          </p:nvPr>
        </p:nvSpPr>
        <p:spPr>
          <a:xfrm rot="0" flipH="false" flipV="false">
            <a:off x="502920" y="2743214"/>
            <a:ext cx="6035040" cy="12070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6" id="6"/>
          <p:cNvSpPr/>
          <p:nvPr>
            <p:ph idx="24" type="body" sz="quarter" hasCustomPrompt="true"/>
          </p:nvPr>
        </p:nvSpPr>
        <p:spPr>
          <a:xfrm rot="0" flipH="false" flipV="false">
            <a:off x="502920" y="2426750"/>
            <a:ext cx="603504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0643" y="494551"/>
            <a:ext cx="8162712" cy="149880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 - white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body" sz="quarter" hasCustomPrompt="true"/>
          </p:nvPr>
        </p:nvSpPr>
        <p:spPr>
          <a:xfrm rot="0" flipH="false" flipV="false">
            <a:off x="502921" y="4466069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502921" y="4276855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4" id="4"/>
          <p:cNvSpPr/>
          <p:nvPr>
            <p:ph idx="27" type="body" sz="quarter" hasCustomPrompt="true"/>
          </p:nvPr>
        </p:nvSpPr>
        <p:spPr>
          <a:xfrm rot="0" flipH="false" flipV="false">
            <a:off x="502921" y="4087641"/>
            <a:ext cx="42976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5" id="5"/>
          <p:cNvSpPr/>
          <p:nvPr>
            <p:ph idx="28" type="body" sz="quarter" hasCustomPrompt="true"/>
          </p:nvPr>
        </p:nvSpPr>
        <p:spPr>
          <a:xfrm rot="0" flipH="false" flipV="false">
            <a:off x="502920" y="2743200"/>
            <a:ext cx="6050280" cy="12070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6" id="6"/>
          <p:cNvSpPr/>
          <p:nvPr>
            <p:ph idx="29" type="body" sz="quarter" hasCustomPrompt="true"/>
          </p:nvPr>
        </p:nvSpPr>
        <p:spPr>
          <a:xfrm rot="0" flipH="false" flipV="false">
            <a:off x="502920" y="2423160"/>
            <a:ext cx="603504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0643" y="494551"/>
            <a:ext cx="8162712" cy="149880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: 1/3 logo blue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0" type="pic" sz="quarter"/>
          </p:nvPr>
        </p:nvSpPr>
        <p:spPr>
          <a:xfrm rot="0" flipH="false" flipV="false">
            <a:off x="4059936" y="0"/>
            <a:ext cx="5084064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31" type="body" sz="quarter" hasCustomPrompt="true"/>
          </p:nvPr>
        </p:nvSpPr>
        <p:spPr>
          <a:xfrm rot="0" flipH="false" flipV="false">
            <a:off x="502920" y="4463240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4" id="4"/>
          <p:cNvSpPr/>
          <p:nvPr>
            <p:ph idx="32" type="body" sz="quarter" hasCustomPrompt="true"/>
          </p:nvPr>
        </p:nvSpPr>
        <p:spPr>
          <a:xfrm rot="0" flipH="false" flipV="false">
            <a:off x="502920" y="4275304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5" id="5"/>
          <p:cNvSpPr/>
          <p:nvPr>
            <p:ph idx="33" type="body" sz="quarter" hasCustomPrompt="true"/>
          </p:nvPr>
        </p:nvSpPr>
        <p:spPr>
          <a:xfrm rot="0" flipH="false" flipV="false">
            <a:off x="502920" y="4087368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6" id="6"/>
          <p:cNvSpPr/>
          <p:nvPr>
            <p:ph idx="34" type="body" sz="quarter" hasCustomPrompt="true"/>
          </p:nvPr>
        </p:nvSpPr>
        <p:spPr>
          <a:xfrm rot="0" flipH="false" flipV="false">
            <a:off x="502920" y="2057401"/>
            <a:ext cx="3108960" cy="13295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7" id="7"/>
          <p:cNvSpPr/>
          <p:nvPr>
            <p:ph idx="35" type="body" sz="quarter" hasCustomPrompt="true"/>
          </p:nvPr>
        </p:nvSpPr>
        <p:spPr>
          <a:xfrm rot="0" flipH="false" flipV="false">
            <a:off x="502920" y="1764792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8900" y="493777"/>
            <a:ext cx="3108960" cy="57085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: 1/3 logo white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6" type="pic" sz="quarter"/>
          </p:nvPr>
        </p:nvSpPr>
        <p:spPr>
          <a:xfrm rot="0" flipH="false" flipV="false">
            <a:off x="4059936" y="0"/>
            <a:ext cx="5084064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37" type="body" sz="quarter" hasCustomPrompt="true"/>
          </p:nvPr>
        </p:nvSpPr>
        <p:spPr>
          <a:xfrm rot="0" flipH="false" flipV="false">
            <a:off x="502920" y="4462272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4" id="4"/>
          <p:cNvSpPr/>
          <p:nvPr>
            <p:ph idx="38" type="body" sz="quarter" hasCustomPrompt="true"/>
          </p:nvPr>
        </p:nvSpPr>
        <p:spPr>
          <a:xfrm rot="0" flipH="false" flipV="false">
            <a:off x="502920" y="4274820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5" id="5"/>
          <p:cNvSpPr/>
          <p:nvPr>
            <p:ph idx="39" type="body" sz="quarter" hasCustomPrompt="true"/>
          </p:nvPr>
        </p:nvSpPr>
        <p:spPr>
          <a:xfrm rot="0" flipH="false" flipV="false">
            <a:off x="502920" y="4087368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6" id="6"/>
          <p:cNvSpPr/>
          <p:nvPr>
            <p:ph idx="40" type="body" sz="quarter" hasCustomPrompt="true"/>
          </p:nvPr>
        </p:nvSpPr>
        <p:spPr>
          <a:xfrm rot="0" flipH="false" flipV="false">
            <a:off x="502920" y="2057401"/>
            <a:ext cx="3108960" cy="13295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7" id="7"/>
          <p:cNvSpPr/>
          <p:nvPr>
            <p:ph idx="41" type="body" sz="quarter" hasCustomPrompt="true"/>
          </p:nvPr>
        </p:nvSpPr>
        <p:spPr>
          <a:xfrm rot="0" flipH="false" flipV="false">
            <a:off x="502920" y="1764792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8900" y="493777"/>
            <a:ext cx="3108960" cy="57085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: 1/3 logo light blue">
    <p:bg>
      <p:bgPr>
        <a:solidFill>
          <a:srgbClr val="BDF0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" type="pic" sz="quarter"/>
          </p:nvPr>
        </p:nvSpPr>
        <p:spPr>
          <a:xfrm rot="0" flipH="false" flipV="false">
            <a:off x="4059936" y="0"/>
            <a:ext cx="5084064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3" type="body" sz="quarter" hasCustomPrompt="true"/>
          </p:nvPr>
        </p:nvSpPr>
        <p:spPr>
          <a:xfrm rot="0" flipH="false" flipV="false">
            <a:off x="502920" y="4462272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4" id="4"/>
          <p:cNvSpPr/>
          <p:nvPr>
            <p:ph idx="44" type="body" sz="quarter" hasCustomPrompt="true"/>
          </p:nvPr>
        </p:nvSpPr>
        <p:spPr>
          <a:xfrm rot="0" flipH="false" flipV="false">
            <a:off x="502920" y="4274820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5" id="5"/>
          <p:cNvSpPr/>
          <p:nvPr>
            <p:ph idx="45" type="body" sz="quarter" hasCustomPrompt="true"/>
          </p:nvPr>
        </p:nvSpPr>
        <p:spPr>
          <a:xfrm rot="0" flipH="false" flipV="false">
            <a:off x="502920" y="4087368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6" id="6"/>
          <p:cNvSpPr/>
          <p:nvPr>
            <p:ph idx="46" type="body" sz="quarter" hasCustomPrompt="true"/>
          </p:nvPr>
        </p:nvSpPr>
        <p:spPr>
          <a:xfrm rot="0" flipH="false" flipV="false">
            <a:off x="502920" y="2057401"/>
            <a:ext cx="3108960" cy="13295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7" id="7"/>
          <p:cNvSpPr/>
          <p:nvPr>
            <p:ph idx="47" type="body" sz="quarter" hasCustomPrompt="true"/>
          </p:nvPr>
        </p:nvSpPr>
        <p:spPr>
          <a:xfrm rot="0" flipH="false" flipV="false">
            <a:off x="502920" y="1764792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8900" y="493777"/>
            <a:ext cx="3108960" cy="57085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slide: 1/3 logo dark blue">
    <p:bg>
      <p:bgPr>
        <a:solidFill>
          <a:srgbClr val="00126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" type="pic" sz="quarter"/>
          </p:nvPr>
        </p:nvSpPr>
        <p:spPr>
          <a:xfrm rot="0" flipH="false" flipV="false">
            <a:off x="4059936" y="0"/>
            <a:ext cx="5084064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9" type="body" sz="quarter" hasCustomPrompt="true"/>
          </p:nvPr>
        </p:nvSpPr>
        <p:spPr>
          <a:xfrm rot="0" flipH="false" flipV="false">
            <a:off x="502920" y="4462272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4" id="4"/>
          <p:cNvSpPr/>
          <p:nvPr>
            <p:ph idx="50" type="body" sz="quarter" hasCustomPrompt="true"/>
          </p:nvPr>
        </p:nvSpPr>
        <p:spPr>
          <a:xfrm rot="0" flipH="false" flipV="false">
            <a:off x="502920" y="4274820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Title and Business</a:t>
            </a:r>
          </a:p>
        </p:txBody>
      </p:sp>
      <p:sp>
        <p:nvSpPr>
          <p:cNvPr name="AutoShape 5" id="5"/>
          <p:cNvSpPr/>
          <p:nvPr>
            <p:ph idx="51" type="body" sz="quarter" hasCustomPrompt="true"/>
          </p:nvPr>
        </p:nvSpPr>
        <p:spPr>
          <a:xfrm rot="0" flipH="false" flipV="false">
            <a:off x="502920" y="4087368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</a:p>
        </p:txBody>
      </p:sp>
      <p:sp>
        <p:nvSpPr>
          <p:cNvPr name="AutoShape 6" id="6"/>
          <p:cNvSpPr/>
          <p:nvPr>
            <p:ph idx="52" type="body" sz="quarter" hasCustomPrompt="true"/>
          </p:nvPr>
        </p:nvSpPr>
        <p:spPr>
          <a:xfrm rot="0" flipH="false" flipV="false">
            <a:off x="502920" y="2057401"/>
            <a:ext cx="3108960" cy="13295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2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Presentation title</a:t>
            </a:r>
          </a:p>
        </p:txBody>
      </p:sp>
      <p:sp>
        <p:nvSpPr>
          <p:cNvPr name="AutoShape 7" id="7"/>
          <p:cNvSpPr/>
          <p:nvPr>
            <p:ph idx="53" type="body" sz="quarter" hasCustomPrompt="true"/>
          </p:nvPr>
        </p:nvSpPr>
        <p:spPr>
          <a:xfrm rot="0" flipH="false" flipV="false">
            <a:off x="502920" y="1764792"/>
            <a:ext cx="310896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98900" y="493777"/>
            <a:ext cx="3108960" cy="57085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genda and 1/2 image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" type="pic" sz="quarter"/>
          </p:nvPr>
        </p:nvSpPr>
        <p:spPr>
          <a:xfrm rot="0" flipH="false" flipV="false">
            <a:off x="4572000" y="0"/>
            <a:ext cx="4572000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55" type="body" sz="quarter" hasCustomPrompt="true"/>
          </p:nvPr>
        </p:nvSpPr>
        <p:spPr>
          <a:xfrm rot="0" flipH="false" flipV="false">
            <a:off x="502919" y="4928616"/>
            <a:ext cx="36576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56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B998A98E-1260-4D7F-8E68-B5019C816564}">
              <a:rPr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57" type="body" sz="quarter" hasCustomPrompt="true"/>
          </p:nvPr>
        </p:nvSpPr>
        <p:spPr>
          <a:xfrm rot="0" flipH="false" flipV="false">
            <a:off x="502104" y="1839282"/>
            <a:ext cx="3657280" cy="28565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FFFFFF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item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FFFFFF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item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FFFFFF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item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FFFFFF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item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FFFFFF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item</a:t>
            </a:r>
          </a:p>
        </p:txBody>
      </p:sp>
      <p:sp>
        <p:nvSpPr>
          <p:cNvPr name="AutoShape 6" id="6"/>
          <p:cNvSpPr/>
          <p:nvPr>
            <p:ph idx="58" type="body" sz="quarter" hasCustomPrompt="true"/>
          </p:nvPr>
        </p:nvSpPr>
        <p:spPr>
          <a:xfrm rot="0" flipH="false" flipV="false">
            <a:off x="503238" y="974520"/>
            <a:ext cx="3657281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BDF0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BDF0FF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headline here </a:t>
            </a:r>
            <a:br>
              <a:rPr lang="en-US" b="false" i="false" strike="noStrike" u="none" sz="2400">
                <a:solidFill>
                  <a:srgbClr val="BDF0FF"/>
                </a:solidFill>
                <a:latin typeface="Calibri Light"/>
                <a:ea typeface="Calibri Light"/>
                <a:cs typeface="Calibri Light"/>
                <a:sym typeface="Calibri Light"/>
              </a:rPr>
            </a:br>
            <a:r>
              <a:rPr lang="en-US" b="false" i="false" strike="noStrike" u="none" sz="2400">
                <a:solidFill>
                  <a:srgbClr val="BDF0FF"/>
                </a:solidFill>
                <a:latin typeface="Calibri Light"/>
                <a:ea typeface="Calibri Light"/>
                <a:cs typeface="Calibri Light"/>
                <a:sym typeface="Calibri Light"/>
              </a:rPr>
              <a:t>(ex: Agenda)</a:t>
            </a:r>
          </a:p>
        </p:txBody>
      </p:sp>
      <p:sp>
        <p:nvSpPr>
          <p:cNvPr name="AutoShape 7" id="7"/>
          <p:cNvSpPr/>
          <p:nvPr>
            <p:ph idx="59" type="body" sz="quarter" hasCustomPrompt="true"/>
          </p:nvPr>
        </p:nvSpPr>
        <p:spPr>
          <a:xfrm rot="0" flipH="false" flipV="false">
            <a:off x="502104" y="613446"/>
            <a:ext cx="2240280" cy="215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400" b="true" i="false" u="none" strike="noStrike" spc="0">
                <a:solidFill>
                  <a:srgbClr val="BDF0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400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</a:p>
        </p:txBody>
      </p:sp>
      <p:sp>
        <p:nvSpPr>
          <p:cNvPr name="AutoShape 8" id="8"/>
          <p:cNvSpPr/>
          <p:nvPr>
            <p:ph idx="60" type="body" sz="quarter" hasCustomPrompt="true"/>
          </p:nvPr>
        </p:nvSpPr>
        <p:spPr>
          <a:xfrm rot="0" flipH="false" flipV="false">
            <a:off x="502104" y="373904"/>
            <a:ext cx="2240280" cy="215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400" b="true" i="false" u="none" strike="noStrike" spc="0">
                <a:solidFill>
                  <a:srgbClr val="BDF0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400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rPr>
              <a:t>Meeting/Event name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Divider - blue (with image)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19125" y="4928616"/>
            <a:ext cx="16200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© 2024 Koninklijke Philips N.V. All rights reserved.</a:t>
            </a:r>
            <a:endParaRPr lang="en-US" sz="1100"/>
          </a:p>
        </p:txBody>
      </p:sp>
      <p:sp>
        <p:nvSpPr>
          <p:cNvPr name="AutoShape 3" id="3"/>
          <p:cNvSpPr/>
          <p:nvPr>
            <p:ph idx="61" type="body" sz="quarter" hasCustomPrompt="true"/>
          </p:nvPr>
        </p:nvSpPr>
        <p:spPr>
          <a:xfrm rot="0" flipH="false" flipV="false">
            <a:off x="5074920" y="4928616"/>
            <a:ext cx="914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62" type="body" sz="quarter" hasCustomPrompt="true"/>
          </p:nvPr>
        </p:nvSpPr>
        <p:spPr>
          <a:xfrm rot="0" flipH="false" flipV="false">
            <a:off x="5074920" y="2212851"/>
            <a:ext cx="3179496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3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Philips blue divider, </a:t>
            </a:r>
            <a:b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</a:br>
            <a: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half photo</a:t>
            </a:r>
          </a:p>
        </p:txBody>
      </p:sp>
      <p:sp>
        <p:nvSpPr>
          <p:cNvPr name="AutoShape 5" id="5"/>
          <p:cNvSpPr/>
          <p:nvPr>
            <p:ph idx="63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9AEA26DD-5BEB-4A4F-9365-D29D44424D54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6" id="6"/>
          <p:cNvSpPr/>
          <p:nvPr>
            <p:ph idx="64" type="pic" sz="quarter"/>
          </p:nvPr>
        </p:nvSpPr>
        <p:spPr>
          <a:xfrm rot="0" flipH="false" flipV="false">
            <a:off x="0" y="0"/>
            <a:ext cx="4572000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68931" y="4887110"/>
            <a:ext cx="649224" cy="1182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white (with image)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5" type="body" sz="quarter" hasCustomPrompt="true"/>
          </p:nvPr>
        </p:nvSpPr>
        <p:spPr>
          <a:xfrm rot="0" flipH="false" flipV="false">
            <a:off x="5074920" y="4928616"/>
            <a:ext cx="914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66" type="body" sz="quarter" hasCustomPrompt="true"/>
          </p:nvPr>
        </p:nvSpPr>
        <p:spPr>
          <a:xfrm rot="0" flipH="false" flipV="false">
            <a:off x="5074920" y="2212851"/>
            <a:ext cx="3179496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3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White divider, </a:t>
            </a:r>
            <a:b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</a:b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half photo</a:t>
            </a:r>
          </a:p>
        </p:txBody>
      </p:sp>
      <p:sp>
        <p:nvSpPr>
          <p:cNvPr name="AutoShape 4" id="4"/>
          <p:cNvSpPr/>
          <p:nvPr>
            <p:ph idx="67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804A5262-121C-44C3-8EAD-C5A962D5E41B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68" type="pic" sz="quarter"/>
          </p:nvPr>
        </p:nvSpPr>
        <p:spPr>
          <a:xfrm rot="0" flipH="false" flipV="false">
            <a:off x="0" y="0"/>
            <a:ext cx="4572000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light blue (with image)">
    <p:bg>
      <p:bgPr>
        <a:solidFill>
          <a:srgbClr val="BDF0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9" type="body" sz="quarter" hasCustomPrompt="true"/>
          </p:nvPr>
        </p:nvSpPr>
        <p:spPr>
          <a:xfrm rot="0" flipH="false" flipV="false">
            <a:off x="5074920" y="4928616"/>
            <a:ext cx="914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70" type="body" sz="quarter" hasCustomPrompt="true"/>
          </p:nvPr>
        </p:nvSpPr>
        <p:spPr>
          <a:xfrm rot="0" flipH="false" flipV="false">
            <a:off x="5074920" y="2212851"/>
            <a:ext cx="3179496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0126E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300"/>
              </a:spcAft>
            </a:pPr>
            <a:r>
              <a:rPr lang="en-US" b="false" i="false" strike="noStrike" u="none" sz="2400">
                <a:solidFill>
                  <a:srgbClr val="00126E"/>
                </a:solidFill>
                <a:latin typeface="Calibri Light"/>
                <a:ea typeface="Calibri Light"/>
                <a:cs typeface="Calibri Light"/>
                <a:sym typeface="Calibri Light"/>
              </a:rPr>
              <a:t>Light blue divider, </a:t>
            </a:r>
            <a:br>
              <a:rPr lang="en-US" b="false" i="false" strike="noStrike" u="none" sz="2400">
                <a:solidFill>
                  <a:srgbClr val="00126E"/>
                </a:solidFill>
                <a:latin typeface="Calibri Light"/>
                <a:ea typeface="Calibri Light"/>
                <a:cs typeface="Calibri Light"/>
                <a:sym typeface="Calibri Light"/>
              </a:rPr>
            </a:br>
            <a:r>
              <a:rPr lang="en-US" b="false" i="false" strike="noStrike" u="none" sz="2400">
                <a:solidFill>
                  <a:srgbClr val="00126E"/>
                </a:solidFill>
                <a:latin typeface="Calibri Light"/>
                <a:ea typeface="Calibri Light"/>
                <a:cs typeface="Calibri Light"/>
                <a:sym typeface="Calibri Light"/>
              </a:rPr>
              <a:t>half photo</a:t>
            </a:r>
          </a:p>
        </p:txBody>
      </p:sp>
      <p:sp>
        <p:nvSpPr>
          <p:cNvPr name="AutoShape 4" id="4"/>
          <p:cNvSpPr/>
          <p:nvPr>
            <p:ph idx="71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D93DF3F5-2780-4C5C-BA13-0806448C89C4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72" type="pic" sz="quarter"/>
          </p:nvPr>
        </p:nvSpPr>
        <p:spPr>
          <a:xfrm rot="0" flipH="false" flipV="false">
            <a:off x="0" y="0"/>
            <a:ext cx="4572000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Divider - dark blue (with image)">
    <p:bg>
      <p:bgPr>
        <a:solidFill>
          <a:srgbClr val="00126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19125" y="4928616"/>
            <a:ext cx="16200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© 2024 Koninklijke Philips N.V. All rights reserved.</a:t>
            </a:r>
            <a:endParaRPr lang="en-US" sz="1100"/>
          </a:p>
        </p:txBody>
      </p:sp>
      <p:sp>
        <p:nvSpPr>
          <p:cNvPr name="AutoShape 3" id="3"/>
          <p:cNvSpPr/>
          <p:nvPr>
            <p:ph idx="73" type="body" sz="quarter" hasCustomPrompt="true"/>
          </p:nvPr>
        </p:nvSpPr>
        <p:spPr>
          <a:xfrm rot="0" flipH="false" flipV="false">
            <a:off x="5074920" y="4928616"/>
            <a:ext cx="914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74" type="body" sz="quarter" hasCustomPrompt="true"/>
          </p:nvPr>
        </p:nvSpPr>
        <p:spPr>
          <a:xfrm rot="0" flipH="false" flipV="false">
            <a:off x="5073431" y="2212183"/>
            <a:ext cx="3179496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3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Dark blue divider, </a:t>
            </a:r>
            <a:b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</a:br>
            <a: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half photo</a:t>
            </a:r>
          </a:p>
        </p:txBody>
      </p:sp>
      <p:sp>
        <p:nvSpPr>
          <p:cNvPr name="AutoShape 5" id="5"/>
          <p:cNvSpPr/>
          <p:nvPr>
            <p:ph idx="75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27B84EE0-3751-43B9-B619-BB967F743438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6" id="6"/>
          <p:cNvSpPr/>
          <p:nvPr>
            <p:ph idx="76" type="pic" sz="quarter"/>
          </p:nvPr>
        </p:nvSpPr>
        <p:spPr>
          <a:xfrm rot="0" flipH="false" flipV="false">
            <a:off x="0" y="0"/>
            <a:ext cx="4572000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68931" y="4887110"/>
            <a:ext cx="649224" cy="1182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Divider - blue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19125" y="4928616"/>
            <a:ext cx="16200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© 2024 Koninklijke Philips N.V. All rights reserved.</a:t>
            </a:r>
            <a:endParaRPr lang="en-US" sz="1100"/>
          </a:p>
        </p:txBody>
      </p:sp>
      <p:sp>
        <p:nvSpPr>
          <p:cNvPr name="AutoShape 3" id="3"/>
          <p:cNvSpPr/>
          <p:nvPr>
            <p:ph idx="77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78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B8D3969F-6B5A-4CAE-80B8-C1A913BB81E5}">
              <a:rPr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79" type="body" sz="quarter" hasCustomPrompt="true"/>
          </p:nvPr>
        </p:nvSpPr>
        <p:spPr>
          <a:xfrm rot="0" flipH="false" flipV="false">
            <a:off x="502918" y="1648421"/>
            <a:ext cx="8138161" cy="18466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3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Philips blue divider</a:t>
            </a:r>
          </a:p>
        </p:txBody>
      </p:sp>
      <p:sp>
        <p:nvSpPr>
          <p:cNvPr name="AutoShape 6" id="6"/>
          <p:cNvSpPr/>
          <p:nvPr>
            <p:ph idx="80" type="body" sz="quarter" hasCustomPrompt="true"/>
          </p:nvPr>
        </p:nvSpPr>
        <p:spPr>
          <a:xfrm rot="0" flipH="false" flipV="false">
            <a:off x="502920" y="376239"/>
            <a:ext cx="40690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BDF0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68931" y="4887110"/>
            <a:ext cx="649224" cy="1182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white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1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82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B72AAC2D-1C2F-4247-AEE4-39B426785143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83" type="body" sz="quarter" hasCustomPrompt="true"/>
          </p:nvPr>
        </p:nvSpPr>
        <p:spPr>
          <a:xfrm rot="0" flipH="false" flipV="false">
            <a:off x="502919" y="1648421"/>
            <a:ext cx="8138160" cy="18466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00126E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3600">
                <a:solidFill>
                  <a:srgbClr val="00126E"/>
                </a:solidFill>
                <a:latin typeface="Calibri Light"/>
                <a:ea typeface="Calibri Light"/>
                <a:cs typeface="Calibri Light"/>
                <a:sym typeface="Calibri Light"/>
              </a:rPr>
              <a:t>White divider</a:t>
            </a:r>
          </a:p>
        </p:txBody>
      </p:sp>
      <p:sp>
        <p:nvSpPr>
          <p:cNvPr name="AutoShape 5" id="5"/>
          <p:cNvSpPr/>
          <p:nvPr>
            <p:ph idx="84" type="body" sz="quarter" hasCustomPrompt="true"/>
          </p:nvPr>
        </p:nvSpPr>
        <p:spPr>
          <a:xfrm rot="0" flipH="false" flipV="false">
            <a:off x="502920" y="376239"/>
            <a:ext cx="40690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light blue">
    <p:bg>
      <p:bgPr>
        <a:solidFill>
          <a:srgbClr val="BDF0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5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86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730220D7-F941-4939-963B-8C4550776DD4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87" type="body" sz="quarter" hasCustomPrompt="true"/>
          </p:nvPr>
        </p:nvSpPr>
        <p:spPr>
          <a:xfrm rot="0" flipH="false" flipV="false">
            <a:off x="502919" y="1648421"/>
            <a:ext cx="8138160" cy="18466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00126E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3600">
                <a:solidFill>
                  <a:srgbClr val="00126E"/>
                </a:solidFill>
                <a:latin typeface="Calibri Light"/>
                <a:ea typeface="Calibri Light"/>
                <a:cs typeface="Calibri Light"/>
                <a:sym typeface="Calibri Light"/>
              </a:rPr>
              <a:t>Light blue divider</a:t>
            </a:r>
          </a:p>
        </p:txBody>
      </p:sp>
      <p:sp>
        <p:nvSpPr>
          <p:cNvPr name="AutoShape 5" id="5"/>
          <p:cNvSpPr/>
          <p:nvPr>
            <p:ph idx="88" type="body" sz="quarter" hasCustomPrompt="true"/>
          </p:nvPr>
        </p:nvSpPr>
        <p:spPr>
          <a:xfrm rot="0" flipH="false" flipV="false">
            <a:off x="502920" y="376239"/>
            <a:ext cx="40690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Divider - dark blue">
    <p:bg>
      <p:bgPr>
        <a:solidFill>
          <a:srgbClr val="00126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19125" y="4928616"/>
            <a:ext cx="16200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© 2024 Koninklijke Philips N.V. All rights reserved.</a:t>
            </a:r>
            <a:endParaRPr lang="en-US" sz="1100"/>
          </a:p>
        </p:txBody>
      </p:sp>
      <p:sp>
        <p:nvSpPr>
          <p:cNvPr name="AutoShape 3" id="3"/>
          <p:cNvSpPr/>
          <p:nvPr>
            <p:ph idx="89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90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510AA520-4457-46F2-837A-91203AA2FC8B}">
              <a:rPr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91" type="body" sz="quarter" hasCustomPrompt="true"/>
          </p:nvPr>
        </p:nvSpPr>
        <p:spPr>
          <a:xfrm rot="0" flipH="false" flipV="false">
            <a:off x="502919" y="1648421"/>
            <a:ext cx="8138160" cy="18466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3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Dark blue divider</a:t>
            </a:r>
          </a:p>
        </p:txBody>
      </p:sp>
      <p:sp>
        <p:nvSpPr>
          <p:cNvPr name="AutoShape 6" id="6"/>
          <p:cNvSpPr/>
          <p:nvPr>
            <p:ph idx="92" type="body" sz="quarter" hasCustomPrompt="true"/>
          </p:nvPr>
        </p:nvSpPr>
        <p:spPr>
          <a:xfrm rot="0" flipH="false" flipV="false">
            <a:off x="502920" y="376239"/>
            <a:ext cx="406908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BDF0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200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rPr>
              <a:t>Optional header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68931" y="4887110"/>
            <a:ext cx="649224" cy="1182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only - blue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19125" y="4928616"/>
            <a:ext cx="16200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© 2024 Koninklijke Philips N.V. All rights reserved.</a:t>
            </a:r>
            <a:endParaRPr lang="en-US" sz="1100"/>
          </a:p>
        </p:txBody>
      </p:sp>
      <p:sp>
        <p:nvSpPr>
          <p:cNvPr name="AutoShape 3" id="3"/>
          <p:cNvSpPr/>
          <p:nvPr>
            <p:ph idx="93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94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60A54C17-697C-482D-B8CB-A6EF444922AE}">
              <a:rPr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95" type="body" sz="quarter" hasCustomPrompt="true"/>
          </p:nvPr>
        </p:nvSpPr>
        <p:spPr>
          <a:xfrm rot="0" flipH="false" flipV="false">
            <a:off x="503238" y="374904"/>
            <a:ext cx="8138160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68931" y="4887110"/>
            <a:ext cx="649224" cy="1182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96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97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5101C1CE-9A98-4436-B132-1CD3A97E2658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98" type="body" sz="quarter" hasCustomPrompt="true"/>
          </p:nvPr>
        </p:nvSpPr>
        <p:spPr>
          <a:xfrm rot="0" flipH="false" flipV="false">
            <a:off x="502920" y="376241"/>
            <a:ext cx="8138160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 - light blue">
    <p:bg>
      <p:bgPr>
        <a:solidFill>
          <a:srgbClr val="BDF0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99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100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5E788138-F667-4C63-9392-3A2C71121C60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101" type="body" sz="quarter" hasCustomPrompt="true"/>
          </p:nvPr>
        </p:nvSpPr>
        <p:spPr>
          <a:xfrm rot="0" flipH="false" flipV="false">
            <a:off x="503238" y="376241"/>
            <a:ext cx="8138160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itle only - dark blue">
    <p:bg>
      <p:bgPr>
        <a:solidFill>
          <a:srgbClr val="00126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19125" y="4928616"/>
            <a:ext cx="16200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© 2024 Koninklijke Philips N.V. All rights reserved.</a:t>
            </a:r>
            <a:endParaRPr lang="en-US" sz="1100"/>
          </a:p>
        </p:txBody>
      </p:sp>
      <p:sp>
        <p:nvSpPr>
          <p:cNvPr name="AutoShape 3" id="3"/>
          <p:cNvSpPr/>
          <p:nvPr>
            <p:ph idx="102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103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380E44DE-096F-40A0-AE82-B9ED9F2C5AF0}">
              <a:rPr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104" type="body" sz="quarter" hasCustomPrompt="true"/>
          </p:nvPr>
        </p:nvSpPr>
        <p:spPr>
          <a:xfrm rot="0" flipH="false" flipV="false">
            <a:off x="503238" y="376241"/>
            <a:ext cx="8138160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68931" y="4887110"/>
            <a:ext cx="649224" cy="11829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5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106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3D9FE435-6B12-495C-99DA-B30C23221790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107" type="body" sz="quarter" hasCustomPrompt="true"/>
          </p:nvPr>
        </p:nvSpPr>
        <p:spPr>
          <a:xfrm rot="0" flipH="false" flipV="false">
            <a:off x="500062" y="1211263"/>
            <a:ext cx="8138160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108" type="body" sz="quarter" hasCustomPrompt="true"/>
          </p:nvPr>
        </p:nvSpPr>
        <p:spPr>
          <a:xfrm rot="0" flipH="false" flipV="false">
            <a:off x="504053" y="376241"/>
            <a:ext cx="8138160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9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110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C1203239-446C-4172-B1C8-30940E27205D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111" type="body" sz="quarter" hasCustomPrompt="true"/>
          </p:nvPr>
        </p:nvSpPr>
        <p:spPr>
          <a:xfrm rot="0" flipH="false" flipV="false">
            <a:off x="4820333" y="1211263"/>
            <a:ext cx="3823606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112" type="body" sz="quarter" hasCustomPrompt="true"/>
          </p:nvPr>
        </p:nvSpPr>
        <p:spPr>
          <a:xfrm rot="0" flipH="false" flipV="false">
            <a:off x="500063" y="1211263"/>
            <a:ext cx="3823606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6" id="6"/>
          <p:cNvSpPr/>
          <p:nvPr>
            <p:ph idx="113" type="body" sz="quarter" hasCustomPrompt="true"/>
          </p:nvPr>
        </p:nvSpPr>
        <p:spPr>
          <a:xfrm rot="0" flipH="false" flipV="false">
            <a:off x="504053" y="376241"/>
            <a:ext cx="8138160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4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115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D2363F6A-2160-46C8-BD98-44DFA4487165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116" type="body" sz="quarter" hasCustomPrompt="true"/>
          </p:nvPr>
        </p:nvSpPr>
        <p:spPr>
          <a:xfrm rot="0" flipH="false" flipV="false">
            <a:off x="6262611" y="1211263"/>
            <a:ext cx="2379602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5" id="5"/>
          <p:cNvSpPr/>
          <p:nvPr>
            <p:ph idx="117" type="body" sz="quarter" hasCustomPrompt="true"/>
          </p:nvPr>
        </p:nvSpPr>
        <p:spPr>
          <a:xfrm rot="0" flipH="false" flipV="false">
            <a:off x="3377488" y="1211263"/>
            <a:ext cx="2379602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6" id="6"/>
          <p:cNvSpPr/>
          <p:nvPr>
            <p:ph idx="118" type="body" sz="quarter" hasCustomPrompt="true"/>
          </p:nvPr>
        </p:nvSpPr>
        <p:spPr>
          <a:xfrm rot="0" flipH="false" flipV="false">
            <a:off x="500063" y="1211263"/>
            <a:ext cx="2379602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7" id="7"/>
          <p:cNvSpPr/>
          <p:nvPr>
            <p:ph idx="119" type="body" sz="quarter" hasCustomPrompt="true"/>
          </p:nvPr>
        </p:nvSpPr>
        <p:spPr>
          <a:xfrm rot="0" flipH="false" flipV="false">
            <a:off x="504053" y="376241"/>
            <a:ext cx="8138160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mall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0" type="pic" sz="quarter"/>
          </p:nvPr>
        </p:nvSpPr>
        <p:spPr>
          <a:xfrm rot="0" flipH="false" flipV="false">
            <a:off x="3253180" y="0"/>
            <a:ext cx="5888736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21" type="body" sz="quarter" hasCustomPrompt="true"/>
          </p:nvPr>
        </p:nvSpPr>
        <p:spPr>
          <a:xfrm rot="0" flipH="false" flipV="false">
            <a:off x="502919" y="4928616"/>
            <a:ext cx="237744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122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02832DA6-0434-4028-8D9F-6CEC93A96B50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5" id="5"/>
          <p:cNvSpPr/>
          <p:nvPr>
            <p:ph idx="123" type="body" sz="quarter" hasCustomPrompt="true"/>
          </p:nvPr>
        </p:nvSpPr>
        <p:spPr>
          <a:xfrm rot="0" flipH="false" flipV="false">
            <a:off x="500063" y="1211263"/>
            <a:ext cx="2379602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6" id="6"/>
          <p:cNvSpPr/>
          <p:nvPr>
            <p:ph idx="124" type="body" sz="quarter" hasCustomPrompt="true"/>
          </p:nvPr>
        </p:nvSpPr>
        <p:spPr>
          <a:xfrm rot="0" flipH="false" flipV="false">
            <a:off x="502920" y="376242"/>
            <a:ext cx="2377440" cy="7223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mall -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5" type="body" sz="quarter" hasCustomPrompt="true"/>
          </p:nvPr>
        </p:nvSpPr>
        <p:spPr>
          <a:xfrm rot="0" flipH="false" flipV="false">
            <a:off x="6262611" y="1211263"/>
            <a:ext cx="2379602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519" indent="-177800"/>
            <a:lvl9pPr marL="1506093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name="AutoShape 3" id="3"/>
          <p:cNvSpPr/>
          <p:nvPr>
            <p:ph idx="126" type="body" sz="quarter" hasCustomPrompt="true"/>
          </p:nvPr>
        </p:nvSpPr>
        <p:spPr>
          <a:xfrm rot="0" flipH="false" flipV="false">
            <a:off x="6260149" y="376242"/>
            <a:ext cx="2377440" cy="7223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  <p:sp>
        <p:nvSpPr>
          <p:cNvPr name="AutoShape 4" id="4"/>
          <p:cNvSpPr/>
          <p:nvPr>
            <p:ph idx="127" type="body" sz="quarter" hasCustomPrompt="true"/>
          </p:nvPr>
        </p:nvSpPr>
        <p:spPr>
          <a:xfrm rot="0" flipH="false" flipV="false">
            <a:off x="502919" y="4928616"/>
            <a:ext cx="237744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5" id="5"/>
          <p:cNvSpPr/>
          <p:nvPr>
            <p:ph idx="128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F45D1F8D-5B2A-4B5C-BA0F-0FFF4EB1C13D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6" id="6"/>
          <p:cNvSpPr/>
          <p:nvPr>
            <p:ph idx="129" type="pic" sz="quarter"/>
          </p:nvPr>
        </p:nvSpPr>
        <p:spPr>
          <a:xfrm rot="0" flipH="false" flipV="false">
            <a:off x="0" y="0"/>
            <a:ext cx="5890820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0" type="pic" sz="quarter"/>
          </p:nvPr>
        </p:nvSpPr>
        <p:spPr>
          <a:xfrm rot="0" flipH="false" flipV="false">
            <a:off x="0" y="0"/>
            <a:ext cx="9144000" cy="5143500"/>
          </a:xfrm>
          <a:prstGeom prst="rect">
            <a:avLst/>
          </a:prstGeom>
          <a:solidFill>
            <a:srgbClr val="D9D9D9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31" type="body" sz="quarter" hasCustomPrompt="true"/>
          </p:nvPr>
        </p:nvSpPr>
        <p:spPr>
          <a:xfrm rot="0" flipH="false" flipV="false">
            <a:off x="502919" y="4928616"/>
            <a:ext cx="237744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4" id="4"/>
          <p:cNvSpPr/>
          <p:nvPr>
            <p:ph idx="132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D9D9D9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9B40758A-320F-4EBB-B40B-30D4BA0D7FDB}">
              <a:rPr b="false" i="false" strike="noStrike" u="none" sz="60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3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134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EA02B876-48C9-486A-A23F-C687B0372350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hank you - blue">
    <p:bg>
      <p:bgPr>
        <a:solidFill>
          <a:srgbClr val="0B5ED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5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136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CC902E00-866D-49E4-9FE0-D4AB00D79EE9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995684" y="395420"/>
            <a:ext cx="1152627" cy="21001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2028322" y="1833086"/>
            <a:ext cx="5087355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false" i="false" strike="noStrike" u="none" sz="96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Thank you</a:t>
            </a:r>
            <a:endParaRPr lang="en-US" sz="110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End slide - blue"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Thank you - white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7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138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E18B675D-A026-44CA-9558-A5339C1C9AED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995684" y="395420"/>
            <a:ext cx="1152627" cy="21001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2028323" y="1833086"/>
            <a:ext cx="5087355" cy="147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ctr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false" i="false" strike="noStrike" u="none" sz="96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Thank you</a:t>
            </a:r>
            <a:endParaRPr lang="en-US" sz="110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false">
  <p:cSld name="End slide - white">
    <p:bg>
      <p:bgPr>
        <a:blipFill dpi="0" rotWithShape="true">
          <a:blip r:embed="rId2"/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23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9.xml" Type="http://schemas.openxmlformats.org/officeDocument/2006/relationships/slideLayout"/><Relationship Id="rId11" Target="../slideLayouts/slideLayout20.xml" Type="http://schemas.openxmlformats.org/officeDocument/2006/relationships/slideLayout"/><Relationship Id="rId12" Target="../slideLayouts/slideLayout21.xml" Type="http://schemas.openxmlformats.org/officeDocument/2006/relationships/slideLayout"/><Relationship Id="rId13" Target="../slideLayouts/slideLayout22.xml" Type="http://schemas.openxmlformats.org/officeDocument/2006/relationships/slideLayout"/><Relationship Id="rId14" Target="../slideLayouts/slideLayout23.xml" Type="http://schemas.openxmlformats.org/officeDocument/2006/relationships/slideLayout"/><Relationship Id="rId15" Target="../slideLayouts/slideLayout24.xml" Type="http://schemas.openxmlformats.org/officeDocument/2006/relationships/slideLayout"/><Relationship Id="rId16" Target="../slideLayouts/slideLayout25.xml" Type="http://schemas.openxmlformats.org/officeDocument/2006/relationships/slideLayout"/><Relationship Id="rId17" Target="../slideLayouts/slideLayout26.xml" Type="http://schemas.openxmlformats.org/officeDocument/2006/relationships/slideLayout"/><Relationship Id="rId18" Target="../slideLayouts/slideLayout27.xml" Type="http://schemas.openxmlformats.org/officeDocument/2006/relationships/slideLayout"/><Relationship Id="rId19" Target="../slideLayouts/slideLayout28.xml" Type="http://schemas.openxmlformats.org/officeDocument/2006/relationships/slideLayout"/><Relationship Id="rId2" Target="../media/image1.png" Type="http://schemas.openxmlformats.org/officeDocument/2006/relationships/image"/><Relationship Id="rId20" Target="../slideLayouts/slideLayout29.xml" Type="http://schemas.openxmlformats.org/officeDocument/2006/relationships/slideLayout"/><Relationship Id="rId21" Target="../slideLayouts/slideLayout30.xml" Type="http://schemas.openxmlformats.org/officeDocument/2006/relationships/slideLayout"/><Relationship Id="rId22" Target="../slideLayouts/slideLayout31.xml" Type="http://schemas.openxmlformats.org/officeDocument/2006/relationships/slideLayout"/><Relationship Id="rId23" Target="../slideLayouts/slideLayout32.xml" Type="http://schemas.openxmlformats.org/officeDocument/2006/relationships/slideLayout"/><Relationship Id="rId24" Target="../slideLayouts/slideLayout33.xml" Type="http://schemas.openxmlformats.org/officeDocument/2006/relationships/slideLayout"/><Relationship Id="rId25" Target="../slideLayouts/slideLayout34.xml" Type="http://schemas.openxmlformats.org/officeDocument/2006/relationships/slideLayout"/><Relationship Id="rId26" Target="../slideLayouts/slideLayout35.xml" Type="http://schemas.openxmlformats.org/officeDocument/2006/relationships/slideLayout"/><Relationship Id="rId27" Target="../slideLayouts/slideLayout36.xml" Type="http://schemas.openxmlformats.org/officeDocument/2006/relationships/slideLayout"/><Relationship Id="rId28" Target="../slideLayouts/slideLayout37.xml" Type="http://schemas.openxmlformats.org/officeDocument/2006/relationships/slideLayout"/><Relationship Id="rId29" Target="../slideLayouts/slideLayout38.xml" Type="http://schemas.openxmlformats.org/officeDocument/2006/relationships/slideLayout"/><Relationship Id="rId3" Target="../slideLayouts/slideLayout12.xml" Type="http://schemas.openxmlformats.org/officeDocument/2006/relationships/slideLayout"/><Relationship Id="rId30" Target="../slideLayouts/slideLayout39.xml" Type="http://schemas.openxmlformats.org/officeDocument/2006/relationships/slideLayout"/><Relationship Id="rId31" Target="../slideLayouts/slideLayout40.xml" Type="http://schemas.openxmlformats.org/officeDocument/2006/relationships/slideLayout"/><Relationship Id="rId32" Target="../slideLayouts/slideLayout41.xml" Type="http://schemas.openxmlformats.org/officeDocument/2006/relationships/slideLayout"/><Relationship Id="rId33" Target="../slideLayouts/slideLayout42.xml" Type="http://schemas.openxmlformats.org/officeDocument/2006/relationships/slideLayout"/><Relationship Id="rId34" Target="../slideLayouts/slideLayout43.xml" Type="http://schemas.openxmlformats.org/officeDocument/2006/relationships/slideLayout"/><Relationship Id="rId35" Target="../slideLayouts/slideLayout44.xml" Type="http://schemas.openxmlformats.org/officeDocument/2006/relationships/slideLayout"/><Relationship Id="rId36" Target="../media/image23.png" Type="http://schemas.openxmlformats.org/officeDocument/2006/relationships/image"/><Relationship Id="rId4" Target="../slideLayouts/slideLayout13.xml" Type="http://schemas.openxmlformats.org/officeDocument/2006/relationships/slideLayout"/><Relationship Id="rId5" Target="../slideLayouts/slideLayout14.xml" Type="http://schemas.openxmlformats.org/officeDocument/2006/relationships/slideLayout"/><Relationship Id="rId6" Target="../slideLayouts/slideLayout15.xml" Type="http://schemas.openxmlformats.org/officeDocument/2006/relationships/slideLayout"/><Relationship Id="rId7" Target="../slideLayouts/slideLayout16.xml" Type="http://schemas.openxmlformats.org/officeDocument/2006/relationships/slideLayout"/><Relationship Id="rId8" Target="../slideLayouts/slideLayout17.xml" Type="http://schemas.openxmlformats.org/officeDocument/2006/relationships/slideLayout"/><Relationship Id="rId9" Target="../slideLayouts/slideLayout18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2750" y="3771900"/>
            <a:ext cx="1714500" cy="10287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ide Master Only: November 2024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1" id="1"/>
          <p:cNvSpPr/>
          <p:nvPr/>
        </p:nvSpPr>
        <p:spPr>
          <a:xfrm rot="0" flipH="false" flipV="false">
            <a:off x="6319125" y="4928616"/>
            <a:ext cx="16200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600">
                <a:solidFill>
                  <a:srgbClr val="A6A6A6"/>
                </a:solidFill>
                <a:latin typeface="Calibri Light"/>
                <a:ea typeface="Calibri Light"/>
                <a:cs typeface="Calibri Light"/>
                <a:sym typeface="Calibri Light"/>
              </a:rPr>
              <a:t>© 2024 Koninklijke Philips N.V. All rights reserved.</a:t>
            </a:r>
            <a:endParaRPr lang="en-US" sz="1100"/>
          </a:p>
        </p:txBody>
      </p:sp>
      <p:sp>
        <p:nvSpPr>
          <p:cNvPr name="AutoShape 2" id="2"/>
          <p:cNvSpPr/>
          <p:nvPr>
            <p:ph idx="1" type="body" sz="quarter" hasCustomPrompt="true"/>
          </p:nvPr>
        </p:nvSpPr>
        <p:spPr>
          <a:xfrm rot="0" flipH="false" flipV="false">
            <a:off x="502919" y="4928616"/>
            <a:ext cx="5486400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name="AutoShape 3" id="3"/>
          <p:cNvSpPr/>
          <p:nvPr>
            <p:ph idx="2" type="body" sz="quarter" hasCustomPrompt="true"/>
          </p:nvPr>
        </p:nvSpPr>
        <p:spPr>
          <a:xfrm rot="0" flipH="false" flipV="false">
            <a:off x="182123" y="4928616"/>
            <a:ext cx="199973" cy="91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917E7421-8E1D-46E6-B79A-4CC806532B05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</a:p>
        </p:txBody>
      </p:sp>
      <p:sp>
        <p:nvSpPr>
          <p:cNvPr name="AutoShape 4" id="4"/>
          <p:cNvSpPr/>
          <p:nvPr>
            <p:ph idx="3" type="body" sz="quarter" hasCustomPrompt="true"/>
          </p:nvPr>
        </p:nvSpPr>
        <p:spPr>
          <a:xfrm rot="0" flipH="false" flipV="false">
            <a:off x="504824" y="1211263"/>
            <a:ext cx="8132765" cy="348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472948" indent="-177800"/>
            <a:lvl3pPr marL="620649" indent="-177800"/>
            <a:lvl4pPr marL="768223" indent="-177800"/>
            <a:lvl5pPr marL="915797" indent="-177800"/>
            <a:lvl6pPr marL="1063371" indent="-177800"/>
            <a:lvl7pPr marL="1210945" indent="-177800"/>
            <a:lvl8pPr marL="1358646" indent="-177800"/>
            <a:lvl9pPr marL="1506220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  <a:p>
            <a:pPr algn="l" lvl="1" indent="-147574" marL="295148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algn="l" lvl="2" indent="-147574" marL="442849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algn="l" lvl="3" indent="-147574" marL="590423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algn="l" lvl="4" indent="-147574" marL="737997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  <a:p>
            <a:pPr algn="l" lvl="5" indent="-147574" marL="885571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Sixth level</a:t>
            </a:r>
          </a:p>
          <a:p>
            <a:pPr algn="l" lvl="6" indent="-147574" marL="1033145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Seventh level</a:t>
            </a:r>
          </a:p>
          <a:p>
            <a:pPr algn="l" lvl="7" indent="-147574" marL="1180846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Eighth level</a:t>
            </a:r>
          </a:p>
          <a:p>
            <a:pPr algn="l" lvl="8" indent="-147574" marL="1328420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Ninth level</a:t>
            </a:r>
          </a:p>
        </p:txBody>
      </p:sp>
      <p:sp>
        <p:nvSpPr>
          <p:cNvPr name="AutoShape 6" id="6"/>
          <p:cNvSpPr/>
          <p:nvPr>
            <p:ph idx="4" type="body" sz="quarter" hasCustomPrompt="true"/>
          </p:nvPr>
        </p:nvSpPr>
        <p:spPr>
          <a:xfrm rot="0" flipH="false" flipV="false">
            <a:off x="503239" y="376241"/>
            <a:ext cx="8132765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tru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slide headline here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268931" y="4887110"/>
            <a:ext cx="649224" cy="11829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6762750" y="3771900"/>
            <a:ext cx="1714500" cy="10287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3"/>
    <p:sldLayoutId id="2157483700" r:id="rId4"/>
    <p:sldLayoutId id="2157483701" r:id="rId5"/>
    <p:sldLayoutId id="2157483702" r:id="rId6"/>
    <p:sldLayoutId id="2157483703" r:id="rId7"/>
    <p:sldLayoutId id="2157483704" r:id="rId8"/>
    <p:sldLayoutId id="2157483705" r:id="rId9"/>
    <p:sldLayoutId id="2157483706" r:id="rId10"/>
    <p:sldLayoutId id="2157483707" r:id="rId11"/>
    <p:sldLayoutId id="2157483708" r:id="rId12"/>
    <p:sldLayoutId id="2157483709" r:id="rId13"/>
    <p:sldLayoutId id="2157483710" r:id="rId14"/>
    <p:sldLayoutId id="2157483711" r:id="rId15"/>
    <p:sldLayoutId id="2157483712" r:id="rId16"/>
    <p:sldLayoutId id="2157483713" r:id="rId17"/>
    <p:sldLayoutId id="2157483714" r:id="rId18"/>
    <p:sldLayoutId id="2157483715" r:id="rId19"/>
    <p:sldLayoutId id="2157483716" r:id="rId20"/>
    <p:sldLayoutId id="2157483717" r:id="rId21"/>
    <p:sldLayoutId id="2157483718" r:id="rId22"/>
    <p:sldLayoutId id="2157483719" r:id="rId23"/>
    <p:sldLayoutId id="2157483720" r:id="rId24"/>
    <p:sldLayoutId id="2157483721" r:id="rId25"/>
    <p:sldLayoutId id="2157483722" r:id="rId26"/>
    <p:sldLayoutId id="2157483723" r:id="rId27"/>
    <p:sldLayoutId id="2157483724" r:id="rId28"/>
    <p:sldLayoutId id="2157483725" r:id="rId29"/>
    <p:sldLayoutId id="2157483726" r:id="rId30"/>
    <p:sldLayoutId id="2157483727" r:id="rId31"/>
    <p:sldLayoutId id="2157483728" r:id="rId32"/>
    <p:sldLayoutId id="2157483729" r:id="rId33"/>
    <p:sldLayoutId id="2157483730" r:id="rId34"/>
    <p:sldLayoutId id="2157483731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40.xml" Type="http://schemas.openxmlformats.org/officeDocument/2006/relationships/slideLayout"/><Relationship Id="rId2" Target="../media/image13.gif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40.xml" Type="http://schemas.openxmlformats.org/officeDocument/2006/relationships/slideLayout"/><Relationship Id="rId2" Target="../media/image14.gif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40.xml" Type="http://schemas.openxmlformats.org/officeDocument/2006/relationships/slideLayout"/><Relationship Id="rId10" Target="../media/image21.jpeg" Type="http://schemas.openxmlformats.org/officeDocument/2006/relationships/image"/><Relationship Id="rId11" Target="../media/image22.jpeg" Type="http://schemas.openxmlformats.org/officeDocument/2006/relationships/image"/><Relationship Id="rId12" Target="https://www.ourbrand.philips.com/guidelines/guide/0c2aaa33-dfab-4093-8e90-d5de4d126ec0/page/35907fd0-ab3c-4c95-91f9-b25390432df3" TargetMode="External" Type="http://schemas.openxmlformats.org/officeDocument/2006/relationships/hyperlink"/><Relationship Id="rId13" Target="https://www.ourbrand.philips.com/m/7019d4b12896c63e/original/Quick-guide-for-Philips-PPT-template.pdf" TargetMode="External" Type="http://schemas.openxmlformats.org/officeDocument/2006/relationships/hyperlink"/><Relationship Id="rId14" Target="../notesSlides/notesSlide4.xml" Type="http://schemas.openxmlformats.org/officeDocument/2006/relationships/notesSlide"/><Relationship Id="rId2" Target="../media/image15.png" Type="http://schemas.openxmlformats.org/officeDocument/2006/relationships/image"/><Relationship Id="rId3" Target="https://www.ourbrand.philips.com/guidelines/guide/0c2aaa33-dfab-4093-8e90-d5de4d126ec0/page/259a3aef-8655-40a5-b722-a701cc2fbd2c" TargetMode="External" Type="http://schemas.openxmlformats.org/officeDocument/2006/relationships/hyperlink"/><Relationship Id="rId4" Target="../media/image16.jpeg" Type="http://schemas.openxmlformats.org/officeDocument/2006/relationships/image"/><Relationship Id="rId5" Target="../media/image17.jpeg" Type="http://schemas.openxmlformats.org/officeDocument/2006/relationships/image"/><Relationship Id="rId6" Target="https://www.ourbrand.philips.com/guidelines/guide/0c2aaa33-dfab-4093-8e90-d5de4d126ec0/page/f9499b53-6c10-4035-b80f-68cbc3cf6451" TargetMode="External" Type="http://schemas.openxmlformats.org/officeDocument/2006/relationships/hyperlink"/><Relationship Id="rId7" Target="../media/image18.jpeg" Type="http://schemas.openxmlformats.org/officeDocument/2006/relationships/image"/><Relationship Id="rId8" Target="../media/image19.jpeg" Type="http://schemas.openxmlformats.org/officeDocument/2006/relationships/image"/><Relationship Id="rId9" Target="../media/image2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34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4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6" type="body" sz="quarter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7" type="body" sz="quarter"/>
          </p:nvPr>
        </p:nvSpPr>
        <p:spPr>
          <a:prstGeom prst="rect">
            <a:avLst/>
          </a:prstGeom>
        </p:spPr>
        <p:txBody>
          <a:bodyPr anchor="ctr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" type="body" sz="quarter"/>
          </p:nvPr>
        </p:nvSpPr>
        <p:spPr>
          <a:prstGeom prst="rect">
            <a:avLst/>
          </a:prstGeom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91666"/>
              </a:lnSpc>
              <a:defRPr sz="32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 Light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9" type="body" sz="quarter"/>
          </p:nvPr>
        </p:nvSpPr>
        <p:spPr>
          <a:prstGeom prst="rect">
            <a:avLst/>
          </a:prstGeom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1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  <p:transition main:dur="400">
    <p:fade thruBlk="false"/>
  </p:transition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EA532054-153D-4259-ACF8-90E421A03E3B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9144000" cy="1179873"/>
          </a:xfrm>
          <a:prstGeom prst="rect">
            <a:avLst/>
          </a:prstGeom>
          <a:solidFill>
            <a:srgbClr val="0B5ED7">
              <a:alpha val="100000"/>
            </a:srgbClr>
          </a:solidFill>
          <a:ln w="12700" cmpd="sng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403165" y="1359775"/>
          <a:ext cx="8503920" cy="3491983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57200"/>
                <a:gridCol w="1600200"/>
                <a:gridCol w="1600200"/>
                <a:gridCol w="4846320"/>
              </a:tblGrid>
              <a:tr h="346447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-173101" marL="173101">
                        <a:lnSpc>
                          <a:spcPct val="100000"/>
                        </a:lnSpc>
                        <a:spcAft>
                          <a:spcPts val="600"/>
                        </a:spcAft>
                        <a:buClr>
                          <a:srgbClr val="00126E"/>
                        </a:buClr>
                        <a:buSzPct val="110000"/>
                        <a:buFont typeface="+mj-lt"/>
                        <a:buAutoNum type="arabicPeriod" startAt="1"/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Ensure Templafy is on your computer</a:t>
                      </a:r>
                      <a:endParaRPr lang="en-US" sz="1100"/>
                    </a:p>
                  </a:txBody>
                  <a:tcPr anchor="t" marL="91440" marR="91440" marT="33524" marB="33524">
                    <a:lnL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-173101" marL="173101">
                        <a:lnSpc>
                          <a:spcPct val="100000"/>
                        </a:lnSpc>
                        <a:spcAft>
                          <a:spcPts val="600"/>
                        </a:spcAft>
                        <a:buClr>
                          <a:srgbClr val="00126E"/>
                        </a:buClr>
                        <a:buSzPct val="110000"/>
                        <a:buFont typeface="+mj-lt"/>
                        <a:buAutoNum type="arabicPeriod" startAt="2"/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 from scratch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-173101" marL="173101">
                        <a:lnSpc>
                          <a:spcPct val="100000"/>
                        </a:lnSpc>
                        <a:buClr>
                          <a:srgbClr val="00126E"/>
                        </a:buClr>
                        <a:buSzPct val="110000"/>
                        <a:buFont typeface="+mj-lt"/>
                        <a:buAutoNum type="arabicPeriod" startAt="3"/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0126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Choose your slides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0000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</a:p>
                  </a:txBody>
                  <a:tcPr anchor="t" marL="91440" marR="91440" marT="33524" marB="33524">
                    <a:lnL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98448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</a:t>
                      </a:r>
                      <a:endParaRPr lang="en-US" sz="1100"/>
                    </a:p>
                  </a:txBody>
                  <a:tcPr anchor="t" marL="91440" marR="91440" marT="9144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Templafy is pre-installed on your computer.</a:t>
                      </a:r>
                      <a:endParaRPr lang="en-US" sz="1100"/>
                    </a:p>
                  </a:txBody>
                  <a:tcPr anchor="t" marL="91440" marR="91440" marT="91440" marB="91440">
                    <a:lnL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6350" indent="-6350">
                        <a:lnSpc>
                          <a:spcPct val="100000"/>
                        </a:lnSpc>
                        <a:spcAft>
                          <a:spcPts val="1200"/>
                        </a:spcAft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	Open a </a:t>
                      </a:r>
                      <a:r>
                        <a:rPr lang="en-US" b="tru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 Presentation </a:t>
                      </a: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like usual to automatically launch the new template.</a:t>
                      </a:r>
                      <a:endParaRPr lang="en-US" sz="1100"/>
                    </a:p>
                    <a:p>
                      <a:pPr algn="l" marL="6350" indent="-6350">
                        <a:lnSpc>
                          <a:spcPct val="100000"/>
                        </a:lnSpc>
                        <a:spcAft>
                          <a:spcPts val="1200"/>
                        </a:spcAft>
                      </a:pP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Alternatively, click </a:t>
                      </a:r>
                      <a:r>
                        <a:rPr lang="en-US" b="tru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 Presentation</a:t>
                      </a: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next to the Templafy logo in the PowerPoint Ribbon.</a:t>
                      </a:r>
                    </a:p>
                  </a:txBody>
                  <a:tcPr anchor="t" marL="91440" marR="91440" marT="91440" marB="9144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 anchor="t" rtlCol="false"/>
                    <a:lstStyle/>
                    <a:p>
                      <a:pPr algn="l" lvl="2" indent="-114300" marL="654300">
                        <a:lnSpc>
                          <a:spcPct val="100000"/>
                        </a:lnSpc>
                        <a:spcAft>
                          <a:spcPts val="1200"/>
                        </a:spcAft>
                        <a:buChar char=" "/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Both systems:</a:t>
                      </a:r>
                      <a:endParaRPr lang="en-US" sz="1100"/>
                    </a:p>
                    <a:p>
                      <a:pPr algn="l" lvl="2" indent="-146304" marL="146304">
                        <a:lnSpc>
                          <a:spcPct val="100000"/>
                        </a:lnSpc>
                        <a:spcAft>
                          <a:spcPts val="1200"/>
                        </a:spcAft>
                        <a:buClr>
                          <a:srgbClr val="000000"/>
                        </a:buClr>
                        <a:buFont typeface="+mj-lt"/>
                        <a:buAutoNum type="arabicPeriod" startAt="1"/>
                      </a:pP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 </a:t>
                      </a:r>
                      <a:r>
                        <a:rPr lang="en-US" b="tru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 Slide</a:t>
                      </a: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or </a:t>
                      </a:r>
                      <a:r>
                        <a:rPr lang="en-US" b="tru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Layout </a:t>
                      </a: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view available slide formats. </a:t>
                      </a:r>
                    </a:p>
                    <a:p>
                      <a:pPr algn="l" lvl="2" indent="-146304" marL="146304">
                        <a:lnSpc>
                          <a:spcPct val="100000"/>
                        </a:lnSpc>
                        <a:spcAft>
                          <a:spcPts val="1200"/>
                        </a:spcAft>
                        <a:buClr>
                          <a:srgbClr val="000000"/>
                        </a:buClr>
                        <a:buFont typeface="+mj-lt"/>
                        <a:buAutoNum type="arabicPeriod" startAt="1"/>
                      </a:pP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 a </a:t>
                      </a:r>
                      <a:b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slide to </a:t>
                      </a:r>
                      <a:b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insert it</a:t>
                      </a:r>
                    </a:p>
                    <a:p>
                      <a:pPr algn="l" lvl="2" marL="146304" indent="0">
                        <a:lnSpc>
                          <a:spcPct val="100000"/>
                        </a:lnSpc>
                        <a:spcAft>
                          <a:spcPts val="1200"/>
                        </a:spcAft>
                      </a:pP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</a:p>
                  </a:txBody>
                  <a:tcPr anchor="t" marL="91440" marR="91440" marT="91440" marB="91440">
                    <a:lnL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47088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</a:t>
                      </a:r>
                      <a:endParaRPr lang="en-US" sz="1100"/>
                    </a:p>
                  </a:txBody>
                  <a:tcPr anchor="t" marL="91440" marR="91440" marT="91440" marB="4572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lvl="2" indent="-146304" marL="146304">
                        <a:lnSpc>
                          <a:spcPct val="100000"/>
                        </a:lnSpc>
                        <a:spcAft>
                          <a:spcPts val="1200"/>
                        </a:spcAft>
                        <a:buClr>
                          <a:srgbClr val="000000"/>
                        </a:buClr>
                        <a:buFont typeface="+mj-lt"/>
                        <a:buAutoNum type="arabicPeriod" startAt="1"/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Navigate to the top Menu bar</a:t>
                      </a:r>
                      <a:endParaRPr lang="en-US" sz="1100"/>
                    </a:p>
                    <a:p>
                      <a:pPr algn="l" lvl="2" indent="-146304" marL="146304">
                        <a:lnSpc>
                          <a:spcPct val="100000"/>
                        </a:lnSpc>
                        <a:spcAft>
                          <a:spcPts val="1200"/>
                        </a:spcAft>
                        <a:buClr>
                          <a:srgbClr val="000000"/>
                        </a:buClr>
                        <a:buFont typeface="+mj-lt"/>
                        <a:buAutoNum type="arabicPeriod" startAt="1"/>
                      </a:pP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</a:t>
                      </a:r>
                      <a:r>
                        <a:rPr lang="en-US" b="tru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Insert</a:t>
                      </a:r>
                      <a:r>
                        <a:rPr lang="en-US" b="fals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</a:t>
                      </a:r>
                      <a:r>
                        <a:rPr lang="en-US" b="tru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Add-ins</a:t>
                      </a: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&gt; </a:t>
                      </a:r>
                      <a:b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b="tru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 add-ins</a:t>
                      </a:r>
                      <a:r>
                        <a:rPr lang="en-US" b="fals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 </a:t>
                      </a:r>
                    </a:p>
                    <a:p>
                      <a:pPr algn="l" lvl="2" indent="-146304" marL="146304">
                        <a:lnSpc>
                          <a:spcPct val="100000"/>
                        </a:lnSpc>
                        <a:spcAft>
                          <a:spcPts val="1200"/>
                        </a:spcAft>
                        <a:buClr>
                          <a:srgbClr val="000000"/>
                        </a:buClr>
                        <a:buFont typeface="+mj-lt"/>
                        <a:buAutoNum type="arabicPeriod" startAt="1"/>
                      </a:pP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</a:t>
                      </a:r>
                      <a:r>
                        <a:rPr lang="en-US" b="tru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Admin-Managed</a:t>
                      </a:r>
                      <a:r>
                        <a:rPr lang="en-US" b="fals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br>
                        <a:rPr lang="en-US" b="fals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 the top of Microsoft’s pop-up window</a:t>
                      </a:r>
                    </a:p>
                    <a:p>
                      <a:pPr algn="l" lvl="2" indent="-146304" marL="146304">
                        <a:lnSpc>
                          <a:spcPct val="100000"/>
                        </a:lnSpc>
                        <a:spcAft>
                          <a:spcPts val="1200"/>
                        </a:spcAft>
                        <a:buClr>
                          <a:srgbClr val="000000"/>
                        </a:buClr>
                        <a:buFont typeface="+mj-lt"/>
                        <a:buAutoNum type="arabicPeriod" startAt="1"/>
                      </a:pP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 </a:t>
                      </a:r>
                      <a:r>
                        <a:rPr lang="en-US" b="tru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Templafy</a:t>
                      </a:r>
                    </a:p>
                  </a:txBody>
                  <a:tcPr anchor="t" marL="91440" marR="91440" marT="91440" marB="91440">
                    <a:lnL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lvl="2" indent="-146304" marL="146304">
                        <a:lnSpc>
                          <a:spcPct val="100000"/>
                        </a:lnSpc>
                        <a:spcAft>
                          <a:spcPts val="1200"/>
                        </a:spcAft>
                        <a:buClr>
                          <a:srgbClr val="000000"/>
                        </a:buClr>
                        <a:buFont typeface="+mj-lt"/>
                        <a:buAutoNum type="arabicPeriod" startAt="1"/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 a new presentation from the PowerPoint home screen or </a:t>
                      </a:r>
                      <a:r>
                        <a:rPr lang="en-US" b="tru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File</a:t>
                      </a:r>
                      <a:r>
                        <a:rPr lang="en-US" b="fals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</a:t>
                      </a:r>
                      <a:r>
                        <a:rPr lang="en-US" b="tru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New Presentation</a:t>
                      </a: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</a:t>
                      </a:r>
                      <a:b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Templafy options will appear in the PowerPoint Ribbon. </a:t>
                      </a:r>
                      <a:endParaRPr lang="en-US" sz="1100"/>
                    </a:p>
                    <a:p>
                      <a:pPr algn="l" lvl="2" indent="-146304" marL="146304">
                        <a:lnSpc>
                          <a:spcPct val="100000"/>
                        </a:lnSpc>
                        <a:spcAft>
                          <a:spcPts val="1200"/>
                        </a:spcAft>
                        <a:buClr>
                          <a:srgbClr val="000000"/>
                        </a:buClr>
                        <a:buFont typeface="+mj-lt"/>
                        <a:buAutoNum type="arabicPeriod" startAt="1"/>
                      </a:pP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 </a:t>
                      </a:r>
                      <a:r>
                        <a:rPr lang="en-US" b="tru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Blank Presentation</a:t>
                      </a:r>
                      <a:r>
                        <a:rPr lang="en-US" b="false" i="false" strike="noStrike" u="none" sz="900">
                          <a:solidFill>
                            <a:srgbClr val="0B5ED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 the Ribbon to open a fresh Philips PowerPoint deck</a:t>
                      </a:r>
                    </a:p>
                  </a:txBody>
                  <a:tcPr anchor="t" marL="91440" marR="91440" marT="91440" marB="91440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12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true">
                  <a:txBody>
                    <a:bodyPr anchor="t" rtlCol="false"/>
                    <a:lstStyle/>
                    <a:p>
                      <a:pPr algn="l" lvl="2" marL="234950" indent="0">
                        <a:lnSpc>
                          <a:spcPct val="100000"/>
                        </a:lnSpc>
                        <a:spcAft>
                          <a:spcPts val="1200"/>
                        </a:spcAft>
                        <a:defRPr/>
                      </a:pPr>
                      <a:r>
                        <a:rPr lang="en-US" b="false" i="false" strike="noStrike" u="none" sz="9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lang="en-US" sz="1100"/>
                    </a:p>
                  </a:txBody>
                  <a:tcPr anchor="t" marL="91440" marR="91440" marT="91440" marB="91440">
                    <a:lnL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>
            <a:off x="859771" y="1333168"/>
            <a:ext cx="3199002" cy="3457830"/>
            <a:chOff x="859771" y="1333168"/>
            <a:chExt cx="3199002" cy="3457830"/>
          </a:xfrm>
        </p:grpSpPr>
        <p:cxnSp>
          <p:nvCxnSpPr>
            <p:cNvPr name="Connector 6" id="6"/>
            <p:cNvCxnSpPr/>
            <p:nvPr/>
          </p:nvCxnSpPr>
          <p:spPr>
            <a:xfrm rot="0" flipH="false" flipV="false">
              <a:off x="4058773" y="3099358"/>
              <a:ext cx="0" cy="1691640"/>
            </a:xfrm>
            <a:prstGeom prst="line">
              <a:avLst/>
            </a:prstGeom>
            <a:noFill/>
            <a:ln w="12700" cap="flat">
              <a:solidFill>
                <a:srgbClr val="D9D9D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name="Connector 7" id="7"/>
            <p:cNvCxnSpPr/>
            <p:nvPr/>
          </p:nvCxnSpPr>
          <p:spPr>
            <a:xfrm rot="0" flipH="false" flipV="false">
              <a:off x="2457390" y="3099358"/>
              <a:ext cx="0" cy="1691640"/>
            </a:xfrm>
            <a:prstGeom prst="line">
              <a:avLst/>
            </a:prstGeom>
            <a:noFill/>
            <a:ln w="12700" cap="flat">
              <a:solidFill>
                <a:srgbClr val="D9D9D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name="Connector 8" id="8"/>
            <p:cNvCxnSpPr/>
            <p:nvPr/>
          </p:nvCxnSpPr>
          <p:spPr>
            <a:xfrm rot="0" flipH="false" flipV="false">
              <a:off x="859771" y="3099358"/>
              <a:ext cx="0" cy="1691640"/>
            </a:xfrm>
            <a:prstGeom prst="line">
              <a:avLst/>
            </a:prstGeom>
            <a:noFill/>
            <a:ln w="12700" cap="flat">
              <a:solidFill>
                <a:srgbClr val="D9D9D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name="Connector 9" id="9"/>
            <p:cNvCxnSpPr/>
            <p:nvPr/>
          </p:nvCxnSpPr>
          <p:spPr>
            <a:xfrm rot="0" flipH="false" flipV="false">
              <a:off x="4058773" y="1807549"/>
              <a:ext cx="0" cy="1188720"/>
            </a:xfrm>
            <a:prstGeom prst="line">
              <a:avLst/>
            </a:prstGeom>
            <a:noFill/>
            <a:ln w="12700" cap="flat">
              <a:solidFill>
                <a:srgbClr val="D9D9D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name="Connector 10" id="10"/>
            <p:cNvCxnSpPr/>
            <p:nvPr/>
          </p:nvCxnSpPr>
          <p:spPr>
            <a:xfrm rot="0" flipH="false" flipV="false">
              <a:off x="2457390" y="1807549"/>
              <a:ext cx="0" cy="1188720"/>
            </a:xfrm>
            <a:prstGeom prst="line">
              <a:avLst/>
            </a:prstGeom>
            <a:noFill/>
            <a:ln w="12700" cap="flat">
              <a:solidFill>
                <a:srgbClr val="D9D9D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name="Connector 11" id="11"/>
            <p:cNvCxnSpPr/>
            <p:nvPr/>
          </p:nvCxnSpPr>
          <p:spPr>
            <a:xfrm rot="0" flipH="false" flipV="false">
              <a:off x="859771" y="1807549"/>
              <a:ext cx="0" cy="1188720"/>
            </a:xfrm>
            <a:prstGeom prst="line">
              <a:avLst/>
            </a:prstGeom>
            <a:noFill/>
            <a:ln w="12700" cap="flat">
              <a:solidFill>
                <a:srgbClr val="D9D9D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name="Connector 12" id="12"/>
            <p:cNvCxnSpPr/>
            <p:nvPr/>
          </p:nvCxnSpPr>
          <p:spPr>
            <a:xfrm rot="0" flipH="false" flipV="false">
              <a:off x="4058773" y="1333168"/>
              <a:ext cx="0" cy="371292"/>
            </a:xfrm>
            <a:prstGeom prst="line">
              <a:avLst/>
            </a:prstGeom>
            <a:noFill/>
            <a:ln w="12700" cap="flat">
              <a:solidFill>
                <a:srgbClr val="D9D9D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name="Connector 13" id="13"/>
            <p:cNvCxnSpPr/>
            <p:nvPr/>
          </p:nvCxnSpPr>
          <p:spPr>
            <a:xfrm rot="0" flipH="false" flipV="false">
              <a:off x="2457390" y="1333168"/>
              <a:ext cx="0" cy="371292"/>
            </a:xfrm>
            <a:prstGeom prst="line">
              <a:avLst/>
            </a:prstGeom>
            <a:noFill/>
            <a:ln w="12700" cap="flat">
              <a:solidFill>
                <a:srgbClr val="D9D9D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name="Connector 14" id="14"/>
            <p:cNvCxnSpPr/>
            <p:nvPr/>
          </p:nvCxnSpPr>
          <p:spPr>
            <a:xfrm rot="0" flipH="false" flipV="false">
              <a:off x="859771" y="1333168"/>
              <a:ext cx="0" cy="371292"/>
            </a:xfrm>
            <a:prstGeom prst="line">
              <a:avLst/>
            </a:prstGeom>
            <a:noFill/>
            <a:ln w="12700" cap="flat">
              <a:solidFill>
                <a:srgbClr val="D9D9D9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name="AutoShape 15" id="15"/>
          <p:cNvSpPr/>
          <p:nvPr/>
        </p:nvSpPr>
        <p:spPr>
          <a:xfrm rot="0" flipH="false" flipV="false">
            <a:off x="503237" y="240930"/>
            <a:ext cx="8137525" cy="7191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91440" bIns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true" i="false" strike="noStrike" u="none" sz="1400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rPr>
              <a:t>FAQ: </a:t>
            </a:r>
            <a: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How do I create a presentation using the new template?</a:t>
            </a:r>
            <a:endParaRPr lang="en-US" sz="1100"/>
          </a:p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400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Instructions vary based on operating system. Follow the three steps below…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4896591" y="2454442"/>
            <a:ext cx="4007765" cy="225436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7" id="17"/>
          <p:cNvSpPr/>
          <p:nvPr/>
        </p:nvSpPr>
        <p:spPr>
          <a:xfrm rot="1389667" flipH="false" flipV="false">
            <a:off x="4921875" y="2257342"/>
            <a:ext cx="399622" cy="340018"/>
          </a:xfrm>
          <a:prstGeom prst="arc">
            <a:avLst>
              <a:gd name="adj1" fmla="val 17312192"/>
              <a:gd name="adj2" fmla="val 596689"/>
            </a:avLst>
          </a:prstGeom>
          <a:solidFill>
            <a:srgbClr val="00126E">
              <a:alpha val="100000"/>
            </a:srgbClr>
          </a:solidFill>
          <a:ln w="12700" cap="flat">
            <a:solidFill>
              <a:srgbClr val="D43F44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477517" y="-13069"/>
            <a:ext cx="1666483" cy="2769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91440" tIns="91440" bIns="91440">
            <a:spAutoFit/>
          </a:bodyPr>
          <a:lstStyle/>
          <a:p>
            <a:pPr algn="r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tru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 this resource slide before sharing your file</a:t>
            </a:r>
            <a:endParaRPr lang="en-US" sz="1100"/>
          </a:p>
        </p:txBody>
      </p:sp>
    </p:spTree>
  </p:cSld>
  <p:clrMapOvr>
    <a:masterClrMapping/>
  </p:clrMapOvr>
  <p:transition main:dur="4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F9C5D27E-72DE-4279-8C7D-4375F3150191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9144000" cy="1179873"/>
          </a:xfrm>
          <a:prstGeom prst="rect">
            <a:avLst/>
          </a:prstGeom>
          <a:solidFill>
            <a:srgbClr val="0B5ED7">
              <a:alpha val="100000"/>
            </a:srgbClr>
          </a:solidFill>
          <a:ln w="12700" cmpd="sng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603100" y="2969872"/>
            <a:ext cx="2324332" cy="17389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>
            <a:lvl1pPr marL="219075" indent="-101600"/>
            <a:lvl2pPr marL="676275" indent="-101600"/>
            <a:lvl3pPr marL="1133475" indent="-101600"/>
            <a:lvl4pPr marL="1590675" indent="-101600"/>
            <a:lvl5pPr marL="2047875" indent="-101600"/>
            <a:lvl6pPr marL="2505075" indent="-101600"/>
            <a:lvl7pPr marL="2962275" indent="-101600"/>
            <a:lvl8pPr marL="3419475" indent="-101600"/>
            <a:lvl9pPr marL="3876675" indent="-101600"/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true" i="false" strike="noStrike" u="none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Missing anything?</a:t>
            </a:r>
            <a:endParaRPr lang="en-US" sz="1100"/>
          </a:p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you're missing content or have a template, document, or element that would be useful to a larger group of at least 1000 users, it may be eligible to be added to Templafy.</a:t>
            </a:r>
          </a:p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Please email your suggestion to </a:t>
            </a:r>
            <a:r>
              <a:rPr lang="en-US" b="false" i="false" strike="noStrike" u="none" sz="80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  <a:hlinkClick/>
              </a:rPr>
              <a:t>brand.desk@philips.com</a:t>
            </a:r>
            <a:r>
              <a:rPr lang="en-US" b="false" i="false" strike="noStrike" u="none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with the following information:</a:t>
            </a:r>
          </a:p>
          <a:p>
            <a:pPr algn="l" indent="-117475" marL="117475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Description of content and purpose.</a:t>
            </a:r>
          </a:p>
          <a:p>
            <a:pPr algn="l" indent="-117475" marL="117475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Description of users.</a:t>
            </a:r>
          </a:p>
          <a:p>
            <a:pPr algn="l" indent="-117475" marL="117475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Owner of the content.</a:t>
            </a:r>
          </a:p>
          <a:p>
            <a:pPr algn="l" indent="-117475" marL="117475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false" i="false" strike="noStrike" u="none" sz="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actual document if it already exists.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02919" y="1586615"/>
            <a:ext cx="5550568" cy="312219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6603100" y="1590668"/>
            <a:ext cx="2143292" cy="10695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91440" bIns="91440">
            <a:sp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false" i="false" strike="noStrike" u="none" sz="10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Templafy includes a </a:t>
            </a:r>
            <a:r>
              <a:rPr lang="en-US" b="true" i="false" strike="noStrike" u="none" sz="105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library of slides </a:t>
            </a:r>
            <a:r>
              <a:rPr lang="en-US" b="false" i="false" strike="noStrike" u="none" sz="10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b="true" i="false" strike="noStrike" u="none" sz="105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slide elements </a:t>
            </a:r>
            <a:r>
              <a:rPr lang="en-US" b="false" i="false" strike="noStrike" u="none" sz="10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that you can use in your presentations. </a:t>
            </a:r>
            <a:endParaRPr lang="en-US" sz="1100"/>
          </a:p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0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also a connection to the </a:t>
            </a:r>
            <a:r>
              <a:rPr lang="en-US" b="true" i="false" strike="noStrike" u="none" sz="1050">
                <a:solidFill>
                  <a:srgbClr val="0B5ED7"/>
                </a:solidFill>
                <a:latin typeface="Calibri"/>
                <a:ea typeface="Calibri"/>
                <a:cs typeface="Calibri"/>
                <a:sym typeface="Calibri"/>
              </a:rPr>
              <a:t>Philips Asset Library (PAL) </a:t>
            </a:r>
            <a:r>
              <a:rPr lang="en-US" b="false" i="false" strike="noStrike" u="none" sz="10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photos. 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3237" y="240930"/>
            <a:ext cx="7780151" cy="8318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91440" bIns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true" i="false" strike="noStrike" u="none" sz="1400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rPr>
              <a:t>FAQ: </a:t>
            </a:r>
            <a: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Why should I use Templafy?</a:t>
            </a:r>
            <a:endParaRPr lang="en-US" sz="1100"/>
          </a:p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true" i="false" strike="noStrike" u="none" sz="1400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We continuously improve our asset libraries in Templafy. The premade templates and resources will save you time while keeping your output current, amplifying the Philips brand.</a:t>
            </a:r>
            <a:b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1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 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477517" y="-13069"/>
            <a:ext cx="1666483" cy="2769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91440" tIns="91440" bIns="91440">
            <a:spAutoFit/>
          </a:bodyPr>
          <a:lstStyle/>
          <a:p>
            <a:pPr algn="r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tru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 this resource slide before sharing your file</a:t>
            </a:r>
            <a:endParaRPr lang="en-US" sz="1100"/>
          </a:p>
        </p:txBody>
      </p:sp>
    </p:spTree>
  </p:cSld>
  <p:clrMapOvr>
    <a:masterClrMapping/>
  </p:clrMapOvr>
  <p:transition main:dur="4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0800000" flipH="false" flipV="true">
            <a:off x="0" y="0"/>
            <a:ext cx="2377440" cy="5143500"/>
          </a:xfrm>
          <a:prstGeom prst="rect">
            <a:avLst/>
          </a:prstGeom>
          <a:solidFill>
            <a:srgbClr val="0B5ED7">
              <a:alpha val="100000"/>
            </a:srgbClr>
          </a:solidFill>
          <a:ln w="12700" cmpd="sng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>
            <p:ph idx="134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E3BA967C-8945-47BF-A2F3-DE49168FAEF0}">
              <a:rPr b="false" i="false" strike="noStrike" u="none" sz="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</a:p>
        </p:txBody>
      </p:sp>
      <p:grpSp>
        <p:nvGrpSpPr>
          <p:cNvPr name="Group 4" id="4"/>
          <p:cNvGrpSpPr/>
          <p:nvPr/>
        </p:nvGrpSpPr>
        <p:grpSpPr>
          <a:xfrm>
            <a:off x="2802324" y="3528852"/>
            <a:ext cx="6126740" cy="1156483"/>
            <a:chOff x="2802324" y="3528852"/>
            <a:chExt cx="6126740" cy="1156483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5397349" y="3551102"/>
              <a:ext cx="3531715" cy="103105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0" rIns="91440" tIns="0" bIns="45720">
              <a:spAutoFit/>
            </a:bodyPr>
            <a:lstStyle/>
            <a:p>
              <a:pPr algn="l" marL="0" indent="0">
                <a:lnSpc>
                  <a:spcPct val="100000"/>
                </a:lnSpc>
                <a:spcAft>
                  <a:spcPts val="600"/>
                </a:spcAft>
                <a:defRPr/>
              </a:pPr>
              <a:r>
                <a:rPr lang="en-US" b="true" i="false" strike="noStrike" u="none" sz="900">
                  <a:solidFill>
                    <a:srgbClr val="0B5ED7"/>
                  </a:solidFill>
                  <a:latin typeface="Calibri"/>
                  <a:ea typeface="Calibri"/>
                  <a:cs typeface="Calibri"/>
                  <a:sym typeface="Calibri"/>
                </a:rPr>
                <a:t>Color palette and layouts</a:t>
              </a:r>
              <a:endParaRPr lang="en-US" sz="1100"/>
            </a:p>
            <a:p>
              <a:pPr algn="l" marL="0" indent="0">
                <a:lnSpc>
                  <a:spcPct val="100000"/>
                </a:lnSpc>
                <a:spcAft>
                  <a:spcPts val="600"/>
                </a:spcAft>
              </a:pPr>
              <a:r>
                <a:rPr lang="en-US" b="false" i="false" strike="noStrike" u="none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 simplified core color palette indicates unity. We lead with our heritage color: Philips blue, complimented by white, light blue, and dark blue.</a:t>
              </a:r>
            </a:p>
            <a:p>
              <a:pPr algn="l" marL="0" indent="0">
                <a:lnSpc>
                  <a:spcPct val="100000"/>
                </a:lnSpc>
                <a:spcAft>
                  <a:spcPts val="600"/>
                </a:spcAft>
              </a:pPr>
              <a:r>
                <a:rPr lang="en-US" b="false" i="false" strike="noStrike" u="none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Previous layouts now utilize the core palette, resulting in fewer main template slides. Supplemental, premade slides with colored accents will be supplied in Templafy. Check Templafy regularly for ongoing updates.</a:t>
              </a:r>
            </a:p>
          </p:txBody>
        </p:sp>
        <p:grpSp>
          <p:nvGrpSpPr>
            <p:cNvPr name="Group 6" id="6"/>
            <p:cNvGrpSpPr/>
            <p:nvPr/>
          </p:nvGrpSpPr>
          <p:grpSpPr>
            <a:xfrm>
              <a:off x="2802324" y="3528852"/>
              <a:ext cx="2188031" cy="1156483"/>
              <a:chOff x="2802324" y="3528852"/>
              <a:chExt cx="2188031" cy="1156483"/>
            </a:xfrm>
          </p:grpSpPr>
          <p:sp>
            <p:nvSpPr>
              <p:cNvPr name="AutoShape 7" id="7"/>
              <p:cNvSpPr/>
              <p:nvPr/>
            </p:nvSpPr>
            <p:spPr>
              <a:xfrm rot="0" flipH="false" flipV="false">
                <a:off x="2802324" y="4593002"/>
                <a:ext cx="305082" cy="92333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spcAft>
                    <a:spcPts val="600"/>
                  </a:spcAft>
                  <a:defRPr/>
                </a:pPr>
                <a:r>
                  <a:rPr lang="en-US" b="false" i="true" strike="noStrike" u="none" sz="600">
                    <a:solidFill>
                      <a:srgbClr val="80808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New</a:t>
                </a:r>
                <a:endParaRPr lang="en-US" sz="1100"/>
              </a:p>
            </p:txBody>
          </p:sp>
          <p:grpSp>
            <p:nvGrpSpPr>
              <p:cNvPr name="Group 8" id="8"/>
              <p:cNvGrpSpPr/>
              <p:nvPr/>
            </p:nvGrpSpPr>
            <p:grpSpPr>
              <a:xfrm>
                <a:off x="2802324" y="3528852"/>
                <a:ext cx="970671" cy="1051560"/>
                <a:chOff x="2802324" y="3528852"/>
                <a:chExt cx="970671" cy="1051560"/>
              </a:xfrm>
            </p:grpSpPr>
            <p:pic>
              <p:nvPicPr>
                <p:cNvPr name="Picture 9" id="9"/>
                <p:cNvPicPr>
                  <a:picLocks noChangeAspect="true"/>
                </p:cNvPicPr>
                <p:nvPr/>
              </p:nvPicPr>
              <p:blipFill>
                <a:blip r:embed="rId2"/>
                <a:srcRect l="1057" r="914" t="1396" b="5155"/>
                <a:stretch>
                  <a:fillRect/>
                </a:stretch>
              </p:blipFill>
              <p:spPr>
                <a:xfrm rot="0" flipH="false" flipV="false">
                  <a:off x="2802324" y="3528852"/>
                  <a:ext cx="970671" cy="1051560"/>
                </a:xfrm>
                <a:prstGeom prst="rect">
                  <a:avLst/>
                </a:prstGeom>
                <a:ln w="12700">
                  <a:noFill/>
                  <a:prstDash val="solid"/>
                </a:ln>
              </p:spPr>
            </p:pic>
            <p:sp>
              <p:nvSpPr>
                <p:cNvPr name="AutoShape 10" id="10"/>
                <p:cNvSpPr/>
                <p:nvPr/>
              </p:nvSpPr>
              <p:spPr>
                <a:xfrm rot="0" flipH="false" flipV="false">
                  <a:off x="2842169" y="3755784"/>
                  <a:ext cx="886620" cy="390349"/>
                </a:xfrm>
                <a:prstGeom prst="rect">
                  <a:avLst/>
                </a:prstGeom>
                <a:solidFill>
                  <a:srgbClr val="ECECEC">
                    <a:alpha val="85000"/>
                  </a:srgbClr>
                </a:solidFill>
                <a:ln w="12700" cmpd="sng" cap="flat">
                  <a:solidFill>
                    <a:srgbClr val="BFBFBF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0" rIns="0" tIns="0" bIns="18288">
                  <a:noAutofit/>
                </a:bodyPr>
                <a:lstStyle/>
                <a:p>
                  <a:pPr algn="ctr" marL="0" indent="0">
                    <a:lnSpc>
                      <a:spcPct val="100000"/>
                    </a:lnSpc>
                    <a:spcAft>
                      <a:spcPts val="600"/>
                    </a:spcAft>
                    <a:defRPr/>
                  </a:pPr>
                  <a:r>
                    <a:rPr lang="en-US" b="false" i="false" strike="noStrike" u="none" sz="500">
                      <a:solidFill>
                        <a:srgbClr val="FF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Do not use these colors</a:t>
                  </a:r>
                  <a:endParaRPr lang="en-US" sz="1100"/>
                </a:p>
              </p:txBody>
            </p:sp>
            <p:cxnSp>
              <p:nvCxnSpPr>
                <p:cNvPr name="Connector 11" id="11"/>
                <p:cNvCxnSpPr/>
                <p:nvPr/>
              </p:nvCxnSpPr>
              <p:spPr>
                <a:xfrm rot="0" flipH="false" flipV="false">
                  <a:off x="3380575" y="3987982"/>
                  <a:ext cx="347416" cy="151614"/>
                </a:xfrm>
                <a:prstGeom prst="line">
                  <a:avLst/>
                </a:prstGeom>
                <a:noFill/>
                <a:ln w="12700" cap="flat">
                  <a:solidFill>
                    <a:srgbClr val="A6A6A6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name="Connector 12" id="12"/>
                <p:cNvCxnSpPr/>
                <p:nvPr/>
              </p:nvCxnSpPr>
              <p:spPr>
                <a:xfrm rot="10800000" flipH="false" flipV="true">
                  <a:off x="2838596" y="3987982"/>
                  <a:ext cx="347416" cy="151614"/>
                </a:xfrm>
                <a:prstGeom prst="line">
                  <a:avLst/>
                </a:prstGeom>
                <a:noFill/>
                <a:ln w="12700" cap="flat">
                  <a:solidFill>
                    <a:srgbClr val="A6A6A6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name="Connector 13" id="13"/>
                <p:cNvCxnSpPr/>
                <p:nvPr/>
              </p:nvCxnSpPr>
              <p:spPr>
                <a:xfrm rot="10800000" flipH="false" flipV="true">
                  <a:off x="3372649" y="3755785"/>
                  <a:ext cx="355342" cy="152912"/>
                </a:xfrm>
                <a:prstGeom prst="line">
                  <a:avLst/>
                </a:prstGeom>
                <a:noFill/>
                <a:ln w="12700" cap="flat">
                  <a:solidFill>
                    <a:srgbClr val="A6A6A6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name="Connector 14" id="14"/>
                <p:cNvCxnSpPr/>
                <p:nvPr/>
              </p:nvCxnSpPr>
              <p:spPr>
                <a:xfrm rot="0" flipH="false" flipV="false">
                  <a:off x="2838596" y="3755785"/>
                  <a:ext cx="355342" cy="152912"/>
                </a:xfrm>
                <a:prstGeom prst="line">
                  <a:avLst/>
                </a:prstGeom>
                <a:noFill/>
                <a:ln w="12700" cap="flat">
                  <a:solidFill>
                    <a:srgbClr val="A6A6A6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name="Group 15" id="15"/>
              <p:cNvGrpSpPr/>
              <p:nvPr/>
            </p:nvGrpSpPr>
            <p:grpSpPr>
              <a:xfrm>
                <a:off x="3791536" y="3555996"/>
                <a:ext cx="1198819" cy="1046440"/>
                <a:chOff x="3791536" y="3555996"/>
                <a:chExt cx="1198819" cy="1046440"/>
              </a:xfrm>
            </p:grpSpPr>
            <p:sp>
              <p:nvSpPr>
                <p:cNvPr name="AutoShape 16" id="16"/>
                <p:cNvSpPr/>
                <p:nvPr/>
              </p:nvSpPr>
              <p:spPr>
                <a:xfrm rot="0" flipH="false" flipV="false">
                  <a:off x="3980302" y="3555996"/>
                  <a:ext cx="1010053" cy="1046440"/>
                </a:xfrm>
                <a:prstGeom prst="rect">
                  <a:avLst/>
                </a:prstGeom>
                <a:noFill/>
                <a:ln w="12700">
                  <a:noFill/>
                  <a:prstDash val="solid"/>
                </a:ln>
              </p:spPr>
              <p:txBody>
                <a:bodyPr anchor="ctr" rtlCol="false" wrap="square" lIns="0" rIns="0" tIns="0" bIns="0">
                  <a:spAutoFit/>
                </a:bodyPr>
                <a:lstStyle/>
                <a:p>
                  <a:pPr algn="l" marL="0" indent="0">
                    <a:lnSpc>
                      <a:spcPct val="100000"/>
                    </a:lnSpc>
                    <a:spcAft>
                      <a:spcPts val="300"/>
                    </a:spcAft>
                    <a:defRPr/>
                  </a:pPr>
                  <a:r>
                    <a:rPr lang="en-US" b="false" i="false" strike="noStrike" u="none" sz="700">
                      <a:solidFill>
                        <a:srgbClr val="40404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Use colors from the </a:t>
                  </a:r>
                  <a:br>
                    <a:rPr lang="en-US" b="false" i="false" strike="noStrike" u="none" sz="700">
                      <a:solidFill>
                        <a:srgbClr val="40404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</a:br>
                  <a:r>
                    <a:rPr lang="en-US" b="true" i="false" strike="noStrike" u="none" sz="700">
                      <a:solidFill>
                        <a:srgbClr val="40404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Theme Colors</a:t>
                  </a:r>
                  <a:r>
                    <a:rPr lang="en-US" b="false" i="false" strike="noStrike" u="none" sz="700">
                      <a:solidFill>
                        <a:srgbClr val="40404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top row. </a:t>
                  </a:r>
                  <a:endParaRPr lang="en-US" sz="1100"/>
                </a:p>
                <a:p>
                  <a:pPr algn="l" marL="0" indent="0">
                    <a:lnSpc>
                      <a:spcPct val="100000"/>
                    </a:lnSpc>
                    <a:spcAft>
                      <a:spcPts val="300"/>
                    </a:spcAft>
                  </a:pPr>
                  <a:r>
                    <a:rPr lang="en-US" b="false" i="false" strike="noStrike" u="none" sz="700">
                      <a:solidFill>
                        <a:srgbClr val="40404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Avoid using Microsoft-generated shades, as they are not part of the Philips visual identity. </a:t>
                  </a:r>
                </a:p>
                <a:p>
                  <a:pPr algn="l" marL="0" indent="0">
                    <a:lnSpc>
                      <a:spcPct val="100000"/>
                    </a:lnSpc>
                    <a:spcAft>
                      <a:spcPts val="300"/>
                    </a:spcAft>
                  </a:pPr>
                  <a:r>
                    <a:rPr lang="en-US" b="false" i="false" strike="noStrike" u="none" sz="700">
                      <a:solidFill>
                        <a:srgbClr val="40404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Instead, use shades provided under </a:t>
                  </a:r>
                  <a:br>
                    <a:rPr lang="en-US" b="false" i="false" strike="noStrike" u="none" sz="700">
                      <a:solidFill>
                        <a:srgbClr val="40404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</a:br>
                  <a:r>
                    <a:rPr lang="en-US" b="true" i="false" strike="noStrike" u="none" sz="700">
                      <a:solidFill>
                        <a:srgbClr val="40404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Custom Colors</a:t>
                  </a:r>
                  <a:r>
                    <a:rPr lang="en-US" b="false" i="false" strike="noStrike" u="none" sz="700">
                      <a:solidFill>
                        <a:srgbClr val="40404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. </a:t>
                  </a:r>
                </a:p>
              </p:txBody>
            </p:sp>
            <p:cxnSp>
              <p:nvCxnSpPr>
                <p:cNvPr name="Connector 17" id="17"/>
                <p:cNvCxnSpPr/>
                <p:nvPr/>
              </p:nvCxnSpPr>
              <p:spPr>
                <a:xfrm rot="0" flipH="false" flipV="false">
                  <a:off x="3791536" y="4443427"/>
                  <a:ext cx="137160" cy="0"/>
                </a:xfrm>
                <a:prstGeom prst="line">
                  <a:avLst/>
                </a:prstGeom>
                <a:noFill/>
                <a:ln w="12700" cap="flat">
                  <a:solidFill>
                    <a:srgbClr val="595959">
                      <a:alpha val="100000"/>
                    </a:srgbClr>
                  </a:solidFill>
                  <a:prstDash val="solid"/>
                  <a:headEnd type="triangle" w="sm" len="sm"/>
                  <a:tailEnd type="none" w="med" len="sm"/>
                </a:ln>
              </p:spPr>
            </p:cxnSp>
            <p:cxnSp>
              <p:nvCxnSpPr>
                <p:cNvPr name="Connector 18" id="18"/>
                <p:cNvCxnSpPr/>
                <p:nvPr/>
              </p:nvCxnSpPr>
              <p:spPr>
                <a:xfrm rot="0" flipH="false" flipV="false">
                  <a:off x="3791536" y="4025144"/>
                  <a:ext cx="137160" cy="0"/>
                </a:xfrm>
                <a:prstGeom prst="line">
                  <a:avLst/>
                </a:prstGeom>
                <a:noFill/>
                <a:ln w="12700" cap="flat">
                  <a:solidFill>
                    <a:srgbClr val="595959">
                      <a:alpha val="100000"/>
                    </a:srgbClr>
                  </a:solidFill>
                  <a:prstDash val="solid"/>
                  <a:headEnd type="triangle" w="sm" len="sm"/>
                  <a:tailEnd type="none" w="med" len="sm"/>
                </a:ln>
              </p:spPr>
            </p:cxnSp>
            <p:cxnSp>
              <p:nvCxnSpPr>
                <p:cNvPr name="Connector 19" id="19"/>
                <p:cNvCxnSpPr/>
                <p:nvPr/>
              </p:nvCxnSpPr>
              <p:spPr>
                <a:xfrm rot="0" flipH="false" flipV="false">
                  <a:off x="3791536" y="3672361"/>
                  <a:ext cx="137160" cy="0"/>
                </a:xfrm>
                <a:prstGeom prst="line">
                  <a:avLst/>
                </a:prstGeom>
                <a:noFill/>
                <a:ln w="12700" cap="flat">
                  <a:solidFill>
                    <a:srgbClr val="595959">
                      <a:alpha val="100000"/>
                    </a:srgbClr>
                  </a:solidFill>
                  <a:prstDash val="solid"/>
                  <a:headEnd type="triangle" w="sm" len="sm"/>
                  <a:tailEnd type="none" w="med" len="sm"/>
                </a:ln>
              </p:spPr>
            </p:cxnSp>
          </p:grpSp>
        </p:grpSp>
      </p:grpSp>
      <p:grpSp>
        <p:nvGrpSpPr>
          <p:cNvPr name="Group 20" id="20"/>
          <p:cNvGrpSpPr/>
          <p:nvPr/>
        </p:nvGrpSpPr>
        <p:grpSpPr>
          <a:xfrm>
            <a:off x="2802324" y="1920352"/>
            <a:ext cx="5831726" cy="1157257"/>
            <a:chOff x="2802324" y="1920352"/>
            <a:chExt cx="5831726" cy="1157257"/>
          </a:xfrm>
        </p:grpSpPr>
        <p:sp>
          <p:nvSpPr>
            <p:cNvPr name="AutoShape 21" id="21"/>
            <p:cNvSpPr/>
            <p:nvPr/>
          </p:nvSpPr>
          <p:spPr>
            <a:xfrm rot="0" flipH="false" flipV="false">
              <a:off x="5397349" y="2108327"/>
              <a:ext cx="3236701" cy="89255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0" rIns="91440" tIns="0" bIns="45720">
              <a:spAutoFit/>
            </a:bodyPr>
            <a:lstStyle/>
            <a:p>
              <a:pPr algn="l" marL="0" indent="0">
                <a:lnSpc>
                  <a:spcPct val="100000"/>
                </a:lnSpc>
                <a:spcAft>
                  <a:spcPts val="600"/>
                </a:spcAft>
                <a:defRPr/>
              </a:pPr>
              <a:r>
                <a:rPr lang="en-US" b="true" i="false" strike="noStrike" u="none" sz="900">
                  <a:solidFill>
                    <a:srgbClr val="0B5ED7"/>
                  </a:solidFill>
                  <a:latin typeface="Calibri"/>
                  <a:ea typeface="Calibri"/>
                  <a:cs typeface="Calibri"/>
                  <a:sym typeface="Calibri"/>
                </a:rPr>
                <a:t>Shield vs. logo</a:t>
              </a:r>
              <a:endParaRPr lang="en-US" sz="1100"/>
            </a:p>
            <a:p>
              <a:pPr algn="l" marL="0" indent="0">
                <a:lnSpc>
                  <a:spcPct val="100000"/>
                </a:lnSpc>
                <a:spcAft>
                  <a:spcPts val="600"/>
                </a:spcAft>
              </a:pPr>
              <a:r>
                <a:rPr lang="en-US" b="false" i="false" strike="noStrike" u="none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Our logo now sits at the bottom of our content slides, replacing the shield that used to be at the top. </a:t>
              </a:r>
            </a:p>
            <a:p>
              <a:pPr algn="l" marL="0" indent="0">
                <a:lnSpc>
                  <a:spcPct val="100000"/>
                </a:lnSpc>
                <a:spcAft>
                  <a:spcPts val="600"/>
                </a:spcAft>
              </a:pPr>
              <a:r>
                <a:rPr lang="en-US" b="false" i="false" strike="noStrike" u="none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shield now serves as a quality stamp/credential on advertising and packaging. Discover more </a:t>
              </a:r>
              <a:r>
                <a:rPr lang="en-US" b="false" i="false" strike="noStrike" u="none" sz="900">
                  <a:solidFill>
                    <a:srgbClr val="0B5ED7"/>
                  </a:solidFill>
                  <a:latin typeface="Calibri"/>
                  <a:ea typeface="Calibri"/>
                  <a:cs typeface="Calibri"/>
                  <a:sym typeface="Calibri"/>
                  <a:hlinkClick r:id="rId3" tooltip="https://www.ourbrand.philips.com/guidelines/guide/0c2aaa33-dfab-4093-8e90-d5de4d126ec0/page/259a3aef-8655-40a5-b722-a701cc2fbd2c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here</a:t>
              </a:r>
              <a:r>
                <a:rPr lang="en-US" b="false" i="false" strike="noStrike" u="none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>
              <a:off x="2802324" y="1920352"/>
              <a:ext cx="1160524" cy="763486"/>
              <a:chOff x="2802324" y="1920352"/>
              <a:chExt cx="1160524" cy="763486"/>
            </a:xfrm>
          </p:grpSpPr>
          <p:sp>
            <p:nvSpPr>
              <p:cNvPr name="AutoShape 23" id="23"/>
              <p:cNvSpPr/>
              <p:nvPr/>
            </p:nvSpPr>
            <p:spPr>
              <a:xfrm rot="0" flipH="false" flipV="false">
                <a:off x="2805607" y="2591505"/>
                <a:ext cx="305082" cy="92333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spcAft>
                    <a:spcPts val="600"/>
                  </a:spcAft>
                  <a:defRPr/>
                </a:pPr>
                <a:r>
                  <a:rPr lang="en-US" b="false" i="true" strike="noStrike" u="none" sz="600">
                    <a:solidFill>
                      <a:srgbClr val="80808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Old</a:t>
                </a:r>
                <a:endParaRPr lang="en-US" sz="1100"/>
              </a:p>
            </p:txBody>
          </p:sp>
          <p:grpSp>
            <p:nvGrpSpPr>
              <p:cNvPr name="Group 24" id="24"/>
              <p:cNvGrpSpPr/>
              <p:nvPr/>
            </p:nvGrpSpPr>
            <p:grpSpPr>
              <a:xfrm>
                <a:off x="2802324" y="1920352"/>
                <a:ext cx="1160524" cy="652795"/>
                <a:chOff x="2802324" y="1920352"/>
                <a:chExt cx="1160524" cy="652795"/>
              </a:xfrm>
            </p:grpSpPr>
            <p:pic>
              <p:nvPicPr>
                <p:cNvPr name="Picture 25" id="25"/>
                <p:cNvPicPr>
                  <a:picLocks noChangeAspect="true"/>
                </p:cNvPicPr>
                <p:nvPr/>
              </p:nvPicPr>
              <p:blipFill>
                <a:blip r:embed="rId4"/>
                <a:srcRect l="0" r="0" t="0" b="0"/>
                <a:stretch>
                  <a:fillRect/>
                </a:stretch>
              </p:blipFill>
              <p:spPr>
                <a:xfrm rot="0" flipH="false" flipV="false">
                  <a:off x="2802324" y="1920352"/>
                  <a:ext cx="1160524" cy="652795"/>
                </a:xfrm>
                <a:prstGeom prst="rect">
                  <a:avLst/>
                </a:prstGeom>
                <a:ln w="12700">
                  <a:solidFill>
                    <a:srgbClr val="BFBFBF">
                      <a:alpha val="100000"/>
                    </a:srgbClr>
                  </a:solidFill>
                  <a:prstDash val="solid"/>
                </a:ln>
              </p:spPr>
            </p:pic>
            <p:sp>
              <p:nvSpPr>
                <p:cNvPr name="AutoShape 26" id="26"/>
                <p:cNvSpPr/>
                <p:nvPr/>
              </p:nvSpPr>
              <p:spPr>
                <a:xfrm rot="0" flipH="false" flipV="false">
                  <a:off x="3825263" y="1924434"/>
                  <a:ext cx="100298" cy="100298"/>
                </a:xfrm>
                <a:prstGeom prst="ellipse">
                  <a:avLst/>
                </a:prstGeom>
                <a:noFill/>
                <a:ln w="12700" cmpd="sng" cap="flat">
                  <a:solidFill>
                    <a:srgbClr val="D43F44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91440" rIns="91440" tIns="45720" bIns="45720">
                  <a:noAutofit/>
                </a:bodyPr>
                <a:lstStyle/>
                <a:p>
                  <a:pPr algn="ctr" marL="0" indent="0">
                    <a:lnSpc>
                      <a:spcPct val="100000"/>
                    </a:lnSpc>
                    <a:spcAft>
                      <a:spcPts val="600"/>
                    </a:spcAft>
                    <a:defRPr/>
                  </a:pPr>
                  <a:r>
                    <a:rPr lang="en-US" b="false" i="false" strike="noStrike" u="none" sz="14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:endParaRPr lang="en-US" sz="1100"/>
                </a:p>
              </p:txBody>
            </p:sp>
          </p:grpSp>
        </p:grpSp>
        <p:grpSp>
          <p:nvGrpSpPr>
            <p:cNvPr name="Group 27" id="27"/>
            <p:cNvGrpSpPr/>
            <p:nvPr/>
          </p:nvGrpSpPr>
          <p:grpSpPr>
            <a:xfrm>
              <a:off x="3502735" y="2097686"/>
              <a:ext cx="1554480" cy="979923"/>
              <a:chOff x="3502735" y="2097686"/>
              <a:chExt cx="1554480" cy="979923"/>
            </a:xfrm>
          </p:grpSpPr>
          <p:sp>
            <p:nvSpPr>
              <p:cNvPr name="AutoShape 28" id="28"/>
              <p:cNvSpPr/>
              <p:nvPr/>
            </p:nvSpPr>
            <p:spPr>
              <a:xfrm rot="0" flipH="false" flipV="false">
                <a:off x="3508790" y="2985276"/>
                <a:ext cx="305082" cy="92333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spcAft>
                    <a:spcPts val="600"/>
                  </a:spcAft>
                  <a:defRPr/>
                </a:pPr>
                <a:r>
                  <a:rPr lang="en-US" b="false" i="true" strike="noStrike" u="none" sz="600">
                    <a:solidFill>
                      <a:srgbClr val="80808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New</a:t>
                </a:r>
                <a:endParaRPr lang="en-US" sz="1100"/>
              </a:p>
            </p:txBody>
          </p:sp>
          <p:grpSp>
            <p:nvGrpSpPr>
              <p:cNvPr name="Group 29" id="29"/>
              <p:cNvGrpSpPr/>
              <p:nvPr/>
            </p:nvGrpSpPr>
            <p:grpSpPr>
              <a:xfrm>
                <a:off x="3502735" y="2097686"/>
                <a:ext cx="1554480" cy="900018"/>
                <a:chOff x="3502735" y="2097686"/>
                <a:chExt cx="1554480" cy="900018"/>
              </a:xfrm>
            </p:grpSpPr>
            <p:pic>
              <p:nvPicPr>
                <p:cNvPr name="Picture 30" id="30"/>
                <p:cNvPicPr>
                  <a:picLocks noChangeAspect="true"/>
                </p:cNvPicPr>
                <p:nvPr/>
              </p:nvPicPr>
              <p:blipFill>
                <a:blip r:embed="rId5"/>
                <a:srcRect l="0" r="0" t="0" b="0"/>
                <a:stretch>
                  <a:fillRect/>
                </a:stretch>
              </p:blipFill>
              <p:spPr>
                <a:xfrm rot="0" flipH="false" flipV="false">
                  <a:off x="3502735" y="2097686"/>
                  <a:ext cx="1554480" cy="874395"/>
                </a:xfrm>
                <a:prstGeom prst="rect">
                  <a:avLst/>
                </a:prstGeom>
                <a:ln w="12700">
                  <a:solidFill>
                    <a:srgbClr val="BFBFBF">
                      <a:alpha val="100000"/>
                    </a:srgbClr>
                  </a:solidFill>
                  <a:prstDash val="solid"/>
                </a:ln>
              </p:spPr>
            </p:pic>
            <p:sp>
              <p:nvSpPr>
                <p:cNvPr name="AutoShape 31" id="31"/>
                <p:cNvSpPr/>
                <p:nvPr/>
              </p:nvSpPr>
              <p:spPr>
                <a:xfrm rot="0" flipH="false" flipV="false">
                  <a:off x="4895716" y="2866709"/>
                  <a:ext cx="131160" cy="130995"/>
                </a:xfrm>
                <a:prstGeom prst="ellipse">
                  <a:avLst/>
                </a:prstGeom>
                <a:noFill/>
                <a:ln w="12700" cmpd="sng" cap="flat">
                  <a:solidFill>
                    <a:srgbClr val="D43F44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91440" rIns="91440" tIns="45720" bIns="45720">
                  <a:noAutofit/>
                </a:bodyPr>
                <a:lstStyle/>
                <a:p>
                  <a:pPr algn="ctr" marL="0" indent="0">
                    <a:lnSpc>
                      <a:spcPct val="100000"/>
                    </a:lnSpc>
                    <a:spcAft>
                      <a:spcPts val="600"/>
                    </a:spcAft>
                    <a:defRPr/>
                  </a:pPr>
                  <a:r>
                    <a:rPr lang="en-US" b="false" i="false" strike="noStrike" u="none" sz="14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</a:t>
                  </a:r>
                  <a:endParaRPr lang="en-US" sz="1100"/>
                </a:p>
              </p:txBody>
            </p:sp>
          </p:grpSp>
        </p:grpSp>
      </p:grpSp>
      <p:grpSp>
        <p:nvGrpSpPr>
          <p:cNvPr name="Group 32" id="32"/>
          <p:cNvGrpSpPr/>
          <p:nvPr/>
        </p:nvGrpSpPr>
        <p:grpSpPr>
          <a:xfrm>
            <a:off x="2805607" y="357880"/>
            <a:ext cx="6223279" cy="1179596"/>
            <a:chOff x="2805607" y="357880"/>
            <a:chExt cx="6223279" cy="1179596"/>
          </a:xfrm>
        </p:grpSpPr>
        <p:sp>
          <p:nvSpPr>
            <p:cNvPr name="AutoShape 33" id="33"/>
            <p:cNvSpPr/>
            <p:nvPr/>
          </p:nvSpPr>
          <p:spPr>
            <a:xfrm rot="0" flipH="false" flipV="false">
              <a:off x="5397349" y="506425"/>
              <a:ext cx="3631537" cy="103105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0" rIns="91440" tIns="0" bIns="45720">
              <a:spAutoFit/>
            </a:bodyPr>
            <a:lstStyle/>
            <a:p>
              <a:pPr algn="l" marL="0" indent="0">
                <a:lnSpc>
                  <a:spcPct val="100000"/>
                </a:lnSpc>
                <a:spcAft>
                  <a:spcPts val="600"/>
                </a:spcAft>
                <a:defRPr/>
              </a:pPr>
              <a:r>
                <a:rPr lang="en-US" b="true" i="false" strike="noStrike" u="none" sz="900">
                  <a:solidFill>
                    <a:srgbClr val="0B5ED7"/>
                  </a:solidFill>
                  <a:latin typeface="Calibri"/>
                  <a:ea typeface="Calibri"/>
                  <a:cs typeface="Calibri"/>
                  <a:sym typeface="Calibri"/>
                </a:rPr>
                <a:t>Logo style and layouts</a:t>
              </a:r>
              <a:endParaRPr lang="en-US" sz="1100"/>
            </a:p>
            <a:p>
              <a:pPr algn="l" marL="0" indent="0">
                <a:lnSpc>
                  <a:spcPct val="100000"/>
                </a:lnSpc>
                <a:spcAft>
                  <a:spcPts val="600"/>
                </a:spcAft>
              </a:pPr>
              <a:r>
                <a:rPr lang="en-US" b="false" i="false" strike="noStrike" u="none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Our logo is now free from the Philips Shape holding device. The logo must be Philips blue or white and can appear horizontally or vertically on colored backgrounds and photos.</a:t>
              </a:r>
            </a:p>
            <a:p>
              <a:pPr algn="l" marL="0" indent="0">
                <a:lnSpc>
                  <a:spcPct val="100000"/>
                </a:lnSpc>
                <a:spcAft>
                  <a:spcPts val="600"/>
                </a:spcAft>
              </a:pPr>
              <a:r>
                <a:rPr lang="en-US" b="false" i="false" strike="noStrike" u="none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We apply our logo in a bold and iconic fashion, reflecting pride in our brand.</a:t>
              </a:r>
              <a:br>
                <a:rPr lang="en-US" b="false" i="false" strike="noStrike" u="none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b="false" i="false" strike="noStrike" u="none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Visit </a:t>
              </a:r>
              <a:r>
                <a:rPr lang="en-US" b="false" i="false" strike="noStrike" u="none" sz="900">
                  <a:solidFill>
                    <a:srgbClr val="0B5ED7"/>
                  </a:solidFill>
                  <a:latin typeface="Calibri"/>
                  <a:ea typeface="Calibri"/>
                  <a:cs typeface="Calibri"/>
                  <a:sym typeface="Calibri"/>
                  <a:hlinkClick r:id="rId6" tooltip="https://www.ourbrand.philips.com/guidelines/guide/0c2aaa33-dfab-4093-8e90-d5de4d126ec0/page/f9499b53-6c10-4035-b80f-68cbc3cf6451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Our Brand</a:t>
              </a:r>
              <a:r>
                <a:rPr lang="en-US" b="false" i="false" strike="noStrike" u="none" sz="900">
                  <a:solidFill>
                    <a:srgbClr val="0B5ED7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b="false" i="false" strike="noStrike" u="none" sz="9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to learn more.  </a:t>
              </a:r>
            </a:p>
          </p:txBody>
        </p:sp>
        <p:grpSp>
          <p:nvGrpSpPr>
            <p:cNvPr name="Group 34" id="34"/>
            <p:cNvGrpSpPr/>
            <p:nvPr/>
          </p:nvGrpSpPr>
          <p:grpSpPr>
            <a:xfrm>
              <a:off x="2805607" y="357880"/>
              <a:ext cx="1188719" cy="765095"/>
              <a:chOff x="2805607" y="357880"/>
              <a:chExt cx="1188719" cy="765095"/>
            </a:xfrm>
          </p:grpSpPr>
          <p:pic>
            <p:nvPicPr>
              <p:cNvPr name="Picture 35" id="35"/>
              <p:cNvPicPr>
                <a:picLocks noChangeAspect="true"/>
              </p:cNvPicPr>
              <p:nvPr/>
            </p:nvPicPr>
            <p:blipFill>
              <a:blip r:embed="rId7"/>
              <a:srcRect l="0" r="0" t="0" b="0"/>
              <a:stretch>
                <a:fillRect/>
              </a:stretch>
            </p:blipFill>
            <p:spPr>
              <a:xfrm rot="0" flipH="false" flipV="false">
                <a:off x="2805607" y="357880"/>
                <a:ext cx="1188719" cy="668655"/>
              </a:xfrm>
              <a:prstGeom prst="rect">
                <a:avLst/>
              </a:prstGeom>
              <a:ln w="12700">
                <a:solidFill>
                  <a:srgbClr val="BFBFBF">
                    <a:alpha val="100000"/>
                  </a:srgbClr>
                </a:solidFill>
                <a:prstDash val="solid"/>
              </a:ln>
            </p:spPr>
          </p:pic>
          <p:sp>
            <p:nvSpPr>
              <p:cNvPr name="AutoShape 36" id="36"/>
              <p:cNvSpPr/>
              <p:nvPr/>
            </p:nvSpPr>
            <p:spPr>
              <a:xfrm rot="0" flipH="false" flipV="false">
                <a:off x="2805607" y="1030642"/>
                <a:ext cx="305082" cy="92333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spcAft>
                    <a:spcPts val="600"/>
                  </a:spcAft>
                  <a:defRPr/>
                </a:pPr>
                <a:r>
                  <a:rPr lang="en-US" b="false" i="true" strike="noStrike" u="none" sz="600">
                    <a:solidFill>
                      <a:srgbClr val="80808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Old</a:t>
                </a:r>
                <a:endParaRPr lang="en-US" sz="1100"/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>
              <a:off x="3507049" y="535330"/>
              <a:ext cx="1554481" cy="981416"/>
              <a:chOff x="3507049" y="535330"/>
              <a:chExt cx="1554481" cy="981416"/>
            </a:xfrm>
          </p:grpSpPr>
          <p:sp>
            <p:nvSpPr>
              <p:cNvPr name="AutoShape 38" id="38"/>
              <p:cNvSpPr/>
              <p:nvPr/>
            </p:nvSpPr>
            <p:spPr>
              <a:xfrm rot="0" flipH="false" flipV="false">
                <a:off x="3507049" y="1424413"/>
                <a:ext cx="305082" cy="92333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0" rIns="0" tIns="0" bIns="0">
                <a:spAutoFit/>
              </a:bodyPr>
              <a:lstStyle/>
              <a:p>
                <a:pPr algn="l" marL="0" indent="0">
                  <a:lnSpc>
                    <a:spcPct val="100000"/>
                  </a:lnSpc>
                  <a:spcAft>
                    <a:spcPts val="600"/>
                  </a:spcAft>
                  <a:defRPr/>
                </a:pPr>
                <a:r>
                  <a:rPr lang="en-US" b="false" i="true" strike="noStrike" u="none" sz="600">
                    <a:solidFill>
                      <a:srgbClr val="80808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New</a:t>
                </a:r>
                <a:endParaRPr lang="en-US" sz="1100"/>
              </a:p>
            </p:txBody>
          </p:sp>
          <p:grpSp>
            <p:nvGrpSpPr>
              <p:cNvPr name="Group 39" id="39"/>
              <p:cNvGrpSpPr/>
              <p:nvPr/>
            </p:nvGrpSpPr>
            <p:grpSpPr>
              <a:xfrm>
                <a:off x="3507049" y="535330"/>
                <a:ext cx="1554481" cy="888195"/>
                <a:chOff x="3507049" y="535330"/>
                <a:chExt cx="1554481" cy="888195"/>
              </a:xfrm>
            </p:grpSpPr>
            <p:pic>
              <p:nvPicPr>
                <p:cNvPr name="Picture 40" id="40"/>
                <p:cNvPicPr>
                  <a:picLocks noChangeAspect="true"/>
                </p:cNvPicPr>
                <p:nvPr/>
              </p:nvPicPr>
              <p:blipFill>
                <a:blip r:embed="rId8"/>
                <a:srcRect l="0" r="0" t="0" b="0"/>
                <a:stretch>
                  <a:fillRect/>
                </a:stretch>
              </p:blipFill>
              <p:spPr>
                <a:xfrm rot="0" flipH="false" flipV="false">
                  <a:off x="4302578" y="996614"/>
                  <a:ext cx="758952" cy="426911"/>
                </a:xfrm>
                <a:prstGeom prst="rect">
                  <a:avLst/>
                </a:prstGeom>
                <a:ln w="12700">
                  <a:solidFill>
                    <a:srgbClr val="BFBFBF">
                      <a:alpha val="100000"/>
                    </a:srgbClr>
                  </a:solidFill>
                  <a:prstDash val="solid"/>
                </a:ln>
              </p:spPr>
            </p:pic>
            <p:pic>
              <p:nvPicPr>
                <p:cNvPr name="Picture 41" id="41"/>
                <p:cNvPicPr>
                  <a:picLocks noChangeAspect="true"/>
                </p:cNvPicPr>
                <p:nvPr/>
              </p:nvPicPr>
              <p:blipFill>
                <a:blip r:embed="rId9"/>
                <a:srcRect l="0" r="0" t="0" b="0"/>
                <a:stretch>
                  <a:fillRect/>
                </a:stretch>
              </p:blipFill>
              <p:spPr>
                <a:xfrm rot="0" flipH="false" flipV="false">
                  <a:off x="3507049" y="997367"/>
                  <a:ext cx="758952" cy="426158"/>
                </a:xfrm>
                <a:prstGeom prst="rect">
                  <a:avLst/>
                </a:prstGeom>
                <a:ln w="12700">
                  <a:solidFill>
                    <a:srgbClr val="BFBFBF">
                      <a:alpha val="100000"/>
                    </a:srgbClr>
                  </a:solidFill>
                  <a:prstDash val="solid"/>
                </a:ln>
              </p:spPr>
            </p:pic>
            <p:pic>
              <p:nvPicPr>
                <p:cNvPr name="Picture 42" id="42"/>
                <p:cNvPicPr>
                  <a:picLocks noChangeAspect="true"/>
                </p:cNvPicPr>
                <p:nvPr/>
              </p:nvPicPr>
              <p:blipFill>
                <a:blip r:embed="rId10"/>
                <a:srcRect l="0" r="0" t="0" b="0"/>
                <a:stretch>
                  <a:fillRect/>
                </a:stretch>
              </p:blipFill>
              <p:spPr>
                <a:xfrm rot="0" flipH="false" flipV="false">
                  <a:off x="4302578" y="535330"/>
                  <a:ext cx="758952" cy="425857"/>
                </a:xfrm>
                <a:prstGeom prst="rect">
                  <a:avLst/>
                </a:prstGeom>
                <a:ln w="12700">
                  <a:solidFill>
                    <a:srgbClr val="BFBFBF">
                      <a:alpha val="100000"/>
                    </a:srgbClr>
                  </a:solidFill>
                  <a:prstDash val="solid"/>
                </a:ln>
              </p:spPr>
            </p:pic>
            <p:pic>
              <p:nvPicPr>
                <p:cNvPr name="Picture 43" id="43"/>
                <p:cNvPicPr>
                  <a:picLocks noChangeAspect="true"/>
                </p:cNvPicPr>
                <p:nvPr/>
              </p:nvPicPr>
              <p:blipFill>
                <a:blip r:embed="rId11"/>
                <a:srcRect l="0" r="0" t="0" b="0"/>
                <a:stretch>
                  <a:fillRect/>
                </a:stretch>
              </p:blipFill>
              <p:spPr>
                <a:xfrm rot="0" flipH="false" flipV="false">
                  <a:off x="3507049" y="535330"/>
                  <a:ext cx="758952" cy="426911"/>
                </a:xfrm>
                <a:prstGeom prst="rect">
                  <a:avLst/>
                </a:prstGeom>
                <a:ln w="12700">
                  <a:solidFill>
                    <a:srgbClr val="BFBFBF">
                      <a:alpha val="100000"/>
                    </a:srgbClr>
                  </a:solidFill>
                  <a:prstDash val="solid"/>
                </a:ln>
              </p:spPr>
            </p:pic>
          </p:grpSp>
        </p:grpSp>
      </p:grpSp>
      <p:sp>
        <p:nvSpPr>
          <p:cNvPr name="AutoShape 44" id="44"/>
          <p:cNvSpPr/>
          <p:nvPr/>
        </p:nvSpPr>
        <p:spPr>
          <a:xfrm rot="0" flipH="false" flipV="false">
            <a:off x="323638" y="374904"/>
            <a:ext cx="1730164" cy="434907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rPr>
              <a:t>FAQ: </a:t>
            </a:r>
            <a:br>
              <a:rPr lang="en-US" b="true" i="false" strike="noStrike" u="none" sz="1400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Why do we have a new PowerPoint template?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/>
            </a:r>
            <a:endParaRPr sz="14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What’s different?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/>
            </a:r>
            <a:endParaRPr sz="14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BDF0FF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Our updated visual identity will be reflected across all brand touchpoints, including digital presentations.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/>
            </a:r>
            <a:endParaRPr sz="14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View the key changes </a:t>
            </a:r>
            <a:b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</a:br>
            <a: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to the right. 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/>
            </a:r>
            <a:endParaRPr sz="14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Explore Our Brand for details about the </a:t>
            </a:r>
            <a:b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</a:br>
            <a: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  <a:hlinkClick r:id="rId12" tooltip="https://www.ourbrand.philips.com/guidelines/guide/0c2aaa33-dfab-4093-8e90-d5de4d126ec0/page/35907fd0-ab3c-4c95-91f9-b25390432df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brand refresh</a:t>
            </a:r>
            <a: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 and a PowerPoint </a:t>
            </a:r>
            <a: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  <a:hlinkClick r:id="rId13" tooltip="https://www.ourbrand.philips.com/m/7019d4b12896c63e/original/Quick-guide-for-Philips-PPT-template.pd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quick guide</a:t>
            </a:r>
            <a:r>
              <a:rPr lang="en-US" b="false" i="false" strike="noStrike" u="none" sz="1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rPr>
              <a:t>.</a:t>
            </a:r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7477517" y="-13069"/>
            <a:ext cx="1666483" cy="2769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91440" tIns="91440" bIns="91440">
            <a:spAutoFit/>
          </a:bodyPr>
          <a:lstStyle/>
          <a:p>
            <a:pPr algn="r" marL="0" indent="0">
              <a:lnSpc>
                <a:spcPct val="100000"/>
              </a:lnSpc>
              <a:spcAft>
                <a:spcPts val="600"/>
              </a:spcAft>
              <a:defRPr/>
            </a:pPr>
            <a:r>
              <a:rPr lang="en-US" b="true" i="false" strike="noStrike" u="none" sz="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Delete this resource slide before sharing your file</a:t>
            </a:r>
            <a:endParaRPr lang="en-US" sz="1100"/>
          </a:p>
        </p:txBody>
      </p:sp>
    </p:spTree>
  </p:cSld>
  <p:clrMapOvr>
    <a:masterClrMapping/>
  </p:clrMapOvr>
  <p:transition main:dur="4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5" type="body" sz="quarter"/>
          </p:nvPr>
        </p:nvSpPr>
        <p:spPr>
          <a:prstGeom prst="rect">
            <a:avLst/>
          </a:prstGeom>
        </p:spPr>
        <p:txBody>
          <a:bodyPr anchor="t" vert="horz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06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600" b="false" i="false" u="none" strike="noStrike" spc="0">
                <a:solidFill>
                  <a:srgbClr val="A6A6A6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fld type="slidenum" id="{5CF24D12-A7E6-46CD-A6AD-806E8900137E}">
              <a:rPr b="false" i="false" strike="noStrike" u="none" sz="600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</a:p>
        </p:txBody>
      </p:sp>
      <p:sp>
        <p:nvSpPr>
          <p:cNvPr name="AutoShape 4" id="4"/>
          <p:cNvSpPr/>
          <p:nvPr>
            <p:ph idx="107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Autofit/>
          </a:bodyPr>
          <a:lstStyle>
            <a:lvl1pPr algn="l" marL="324104" indent="-177800">
              <a:lnSpc>
                <a:spcPct val="100000"/>
              </a:lnSpc>
              <a:defRPr sz="1400" b="false" i="false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781304" indent="-177800"/>
            <a:lvl3pPr marL="1238504" indent="-177800"/>
            <a:lvl4pPr marL="1695704" indent="-177800"/>
            <a:lvl5pPr marL="2152904" indent="-177800"/>
            <a:lvl6pPr marL="2610104" indent="-177800"/>
            <a:lvl7pPr marL="3067304" indent="-177800"/>
            <a:lvl8pPr marL="3524504" indent="-177800"/>
            <a:lvl9pPr marL="3981704" indent="-177800"/>
          </a:lstStyle>
          <a:p>
            <a:pPr algn="l" indent="-146304" marL="146304">
              <a:lnSpc>
                <a:spcPct val="100000"/>
              </a:lnSpc>
              <a:spcAft>
                <a:spcPts val="600"/>
              </a:spcAft>
              <a:buClr>
                <a:srgbClr val="000000"/>
              </a:buClr>
              <a:buSzPct val="75000"/>
              <a:buFont typeface="Arial"/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add text</a:t>
            </a:r>
          </a:p>
        </p:txBody>
      </p:sp>
      <p:sp>
        <p:nvSpPr>
          <p:cNvPr name="AutoShape 5" id="5"/>
          <p:cNvSpPr/>
          <p:nvPr>
            <p:ph idx="108" type="body" sz="quarter" hasCustomPrompt="true"/>
          </p:nvPr>
        </p:nvSpPr>
        <p:spPr>
          <a:prstGeom prst="rect">
            <a:avLst/>
          </a:prstGeom>
        </p:spPr>
        <p:txBody>
          <a:bodyPr anchor="t" wrap="square" lIns="0" rIns="0" tIns="0" bIns="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0B5ED7">
                    <a:alpha val="100000"/>
                  </a:srgbClr>
                </a:solidFill>
                <a:latin typeface="Calibri Light"/>
              </a:defRPr>
            </a:lvl1pPr>
          </a:lstStyle>
          <a:p>
            <a:pPr algn="l" marL="0" indent="0">
              <a:lnSpc>
                <a:spcPct val="100000"/>
              </a:lnSpc>
              <a:spcAft>
                <a:spcPts val="600"/>
              </a:spcAft>
            </a:pPr>
            <a:r>
              <a:rPr lang="en-US" b="false" i="false" strike="noStrike" u="none" sz="2400">
                <a:solidFill>
                  <a:srgbClr val="0B5ED7"/>
                </a:solidFill>
                <a:latin typeface="Calibri Light"/>
                <a:ea typeface="Calibri Light"/>
                <a:cs typeface="Calibri Light"/>
                <a:sym typeface="Calibri Light"/>
              </a:rPr>
              <a:t>Type your headline here</a:t>
            </a:r>
          </a:p>
        </p:txBody>
      </p:sp>
    </p:spTree>
  </p:cSld>
  <p:clrMapOvr>
    <a:masterClrMapping/>
  </p:clrMapOvr>
  <p:transition main:dur="4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main:dur="400">
    <p:fade thruBlk="false"/>
  </p:transition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 Master Only: November 2024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